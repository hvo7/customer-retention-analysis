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AB096-502C-4CC0-9240-ACA9084E787F}" v="2723" dt="2025-12-15T05:03:49.9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 Vo" userId="c18cca123e130253" providerId="LiveId" clId="{CBED1F73-AEB6-48AF-B30C-D6CFC8A51246}"/>
    <pc:docChg chg="undo custSel addSld modSld">
      <pc:chgData name="Henry Vo" userId="c18cca123e130253" providerId="LiveId" clId="{CBED1F73-AEB6-48AF-B30C-D6CFC8A51246}" dt="2025-12-15T05:15:40.175" v="4174" actId="113"/>
      <pc:docMkLst>
        <pc:docMk/>
      </pc:docMkLst>
      <pc:sldChg chg="modSp mod">
        <pc:chgData name="Henry Vo" userId="c18cca123e130253" providerId="LiveId" clId="{CBED1F73-AEB6-48AF-B30C-D6CFC8A51246}" dt="2025-12-09T03:58:31.185" v="1029"/>
        <pc:sldMkLst>
          <pc:docMk/>
          <pc:sldMk cId="1747761490" sldId="256"/>
        </pc:sldMkLst>
        <pc:spChg chg="mod">
          <ac:chgData name="Henry Vo" userId="c18cca123e130253" providerId="LiveId" clId="{CBED1F73-AEB6-48AF-B30C-D6CFC8A51246}" dt="2025-12-09T03:58:31.185" v="1029"/>
          <ac:spMkLst>
            <pc:docMk/>
            <pc:sldMk cId="1747761490" sldId="256"/>
            <ac:spMk id="2" creationId="{63B1AEAF-7047-3489-8B51-E909FA6B81B0}"/>
          </ac:spMkLst>
        </pc:spChg>
      </pc:sldChg>
      <pc:sldChg chg="addSp delSp modSp mod">
        <pc:chgData name="Henry Vo" userId="c18cca123e130253" providerId="LiveId" clId="{CBED1F73-AEB6-48AF-B30C-D6CFC8A51246}" dt="2025-12-09T04:07:19.297" v="1935" actId="14100"/>
        <pc:sldMkLst>
          <pc:docMk/>
          <pc:sldMk cId="2863434639" sldId="257"/>
        </pc:sldMkLst>
        <pc:spChg chg="mod">
          <ac:chgData name="Henry Vo" userId="c18cca123e130253" providerId="LiveId" clId="{CBED1F73-AEB6-48AF-B30C-D6CFC8A51246}" dt="2025-12-09T04:07:19.297" v="1935" actId="14100"/>
          <ac:spMkLst>
            <pc:docMk/>
            <pc:sldMk cId="2863434639" sldId="257"/>
            <ac:spMk id="2" creationId="{D9D8056B-9063-E968-A1F3-E1824812A22F}"/>
          </ac:spMkLst>
        </pc:spChg>
        <pc:spChg chg="add mod topLvl">
          <ac:chgData name="Henry Vo" userId="c18cca123e130253" providerId="LiveId" clId="{CBED1F73-AEB6-48AF-B30C-D6CFC8A51246}" dt="2025-12-09T03:57:38.751" v="1007" actId="122"/>
          <ac:spMkLst>
            <pc:docMk/>
            <pc:sldMk cId="2863434639" sldId="257"/>
            <ac:spMk id="3" creationId="{919C429F-5C2B-3714-7281-3EDE68F7C32D}"/>
          </ac:spMkLst>
        </pc:spChg>
        <pc:spChg chg="add mod topLvl">
          <ac:chgData name="Henry Vo" userId="c18cca123e130253" providerId="LiveId" clId="{CBED1F73-AEB6-48AF-B30C-D6CFC8A51246}" dt="2025-12-09T03:57:02.103" v="996" actId="164"/>
          <ac:spMkLst>
            <pc:docMk/>
            <pc:sldMk cId="2863434639" sldId="257"/>
            <ac:spMk id="10" creationId="{9A195A27-4EA8-1721-3F96-BF7CA2341DA2}"/>
          </ac:spMkLst>
        </pc:spChg>
        <pc:spChg chg="add mod topLvl">
          <ac:chgData name="Henry Vo" userId="c18cca123e130253" providerId="LiveId" clId="{CBED1F73-AEB6-48AF-B30C-D6CFC8A51246}" dt="2025-12-09T03:57:37.070" v="1006" actId="14100"/>
          <ac:spMkLst>
            <pc:docMk/>
            <pc:sldMk cId="2863434639" sldId="257"/>
            <ac:spMk id="14" creationId="{793DB77D-16B2-FCD6-9DDB-5501DFF05DC0}"/>
          </ac:spMkLst>
        </pc:spChg>
        <pc:spChg chg="add mod topLvl">
          <ac:chgData name="Henry Vo" userId="c18cca123e130253" providerId="LiveId" clId="{CBED1F73-AEB6-48AF-B30C-D6CFC8A51246}" dt="2025-12-09T03:57:10.083" v="999" actId="14100"/>
          <ac:spMkLst>
            <pc:docMk/>
            <pc:sldMk cId="2863434639" sldId="257"/>
            <ac:spMk id="17" creationId="{4B69FF72-BFBE-406B-E11C-5713E52016B7}"/>
          </ac:spMkLst>
        </pc:spChg>
        <pc:spChg chg="add mod topLvl">
          <ac:chgData name="Henry Vo" userId="c18cca123e130253" providerId="LiveId" clId="{CBED1F73-AEB6-48AF-B30C-D6CFC8A51246}" dt="2025-12-09T03:57:34.953" v="1005" actId="14100"/>
          <ac:spMkLst>
            <pc:docMk/>
            <pc:sldMk cId="2863434639" sldId="257"/>
            <ac:spMk id="19" creationId="{2D566DE3-CE67-B22D-1EBB-5C36BDD5B411}"/>
          </ac:spMkLst>
        </pc:spChg>
        <pc:spChg chg="add mod topLvl">
          <ac:chgData name="Henry Vo" userId="c18cca123e130253" providerId="LiveId" clId="{CBED1F73-AEB6-48AF-B30C-D6CFC8A51246}" dt="2025-12-09T03:57:11.734" v="1000" actId="14100"/>
          <ac:spMkLst>
            <pc:docMk/>
            <pc:sldMk cId="2863434639" sldId="257"/>
            <ac:spMk id="21" creationId="{F6FDA69B-B0E0-68A4-6E3F-543C1D2F347F}"/>
          </ac:spMkLst>
        </pc:spChg>
        <pc:spChg chg="add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23" creationId="{35A26B54-C9CE-78D1-33AC-1545F78EA958}"/>
          </ac:spMkLst>
        </pc:spChg>
        <pc:spChg chg="add del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30" creationId="{CA0EE695-7346-D7BB-09AE-D0B4E0130873}"/>
          </ac:spMkLst>
        </pc:spChg>
        <pc:spChg chg="add mod">
          <ac:chgData name="Henry Vo" userId="c18cca123e130253" providerId="LiveId" clId="{CBED1F73-AEB6-48AF-B30C-D6CFC8A51246}" dt="2025-12-08T21:26:44.864" v="887" actId="1076"/>
          <ac:spMkLst>
            <pc:docMk/>
            <pc:sldMk cId="2863434639" sldId="257"/>
            <ac:spMk id="31" creationId="{DC0E58CB-8570-1F30-D90F-97EA9E5FAFB8}"/>
          </ac:spMkLst>
        </pc:spChg>
        <pc:grpChg chg="add mod">
          <ac:chgData name="Henry Vo" userId="c18cca123e130253" providerId="LiveId" clId="{CBED1F73-AEB6-48AF-B30C-D6CFC8A51246}" dt="2025-12-09T03:57:08.433" v="998" actId="1076"/>
          <ac:grpSpMkLst>
            <pc:docMk/>
            <pc:sldMk cId="2863434639" sldId="257"/>
            <ac:grpSpMk id="9" creationId="{3D4C74FA-BE3B-3F4A-3E74-80B0FFF1E258}"/>
          </ac:grpSpMkLst>
        </pc:grpChg>
        <pc:cxnChg chg="add mod">
          <ac:chgData name="Henry Vo" userId="c18cca123e130253" providerId="LiveId" clId="{CBED1F73-AEB6-48AF-B30C-D6CFC8A51246}" dt="2025-12-09T03:56:26.471" v="984" actId="12788"/>
          <ac:cxnSpMkLst>
            <pc:docMk/>
            <pc:sldMk cId="2863434639" sldId="257"/>
            <ac:cxnSpMk id="12" creationId="{9AD999DD-5D6B-BE84-042E-B8208BB54C88}"/>
          </ac:cxnSpMkLst>
        </pc:cxnChg>
      </pc:sldChg>
      <pc:sldChg chg="addSp delSp modSp new mod">
        <pc:chgData name="Henry Vo" userId="c18cca123e130253" providerId="LiveId" clId="{CBED1F73-AEB6-48AF-B30C-D6CFC8A51246}" dt="2025-12-15T05:14:27.898" v="4156" actId="1076"/>
        <pc:sldMkLst>
          <pc:docMk/>
          <pc:sldMk cId="1201758319" sldId="258"/>
        </pc:sldMkLst>
        <pc:spChg chg="add mod">
          <ac:chgData name="Henry Vo" userId="c18cca123e130253" providerId="LiveId" clId="{CBED1F73-AEB6-48AF-B30C-D6CFC8A51246}" dt="2025-12-15T05:14:27.898" v="4156" actId="1076"/>
          <ac:spMkLst>
            <pc:docMk/>
            <pc:sldMk cId="1201758319" sldId="258"/>
            <ac:spMk id="2" creationId="{030A29F2-43E6-A0BD-7F79-6B5DDECF4C7E}"/>
          </ac:spMkLst>
        </pc:spChg>
        <pc:spChg chg="add mod">
          <ac:chgData name="Henry Vo" userId="c18cca123e130253" providerId="LiveId" clId="{CBED1F73-AEB6-48AF-B30C-D6CFC8A51246}" dt="2025-12-15T05:14:25.113" v="4155" actId="1076"/>
          <ac:spMkLst>
            <pc:docMk/>
            <pc:sldMk cId="1201758319" sldId="258"/>
            <ac:spMk id="4" creationId="{B0766AAF-2B3E-AD6E-4751-B0E7E1DA740E}"/>
          </ac:spMkLst>
        </pc:spChg>
        <pc:spChg chg="add mod">
          <ac:chgData name="Henry Vo" userId="c18cca123e130253" providerId="LiveId" clId="{CBED1F73-AEB6-48AF-B30C-D6CFC8A51246}" dt="2025-12-09T04:02:49.951" v="1441" actId="120"/>
          <ac:spMkLst>
            <pc:docMk/>
            <pc:sldMk cId="1201758319" sldId="258"/>
            <ac:spMk id="8" creationId="{672139E3-B1CA-8CC6-9E24-7512BE5CE0AE}"/>
          </ac:spMkLst>
        </pc:spChg>
        <pc:graphicFrameChg chg="add mod">
          <ac:chgData name="Henry Vo" userId="c18cca123e130253" providerId="LiveId" clId="{CBED1F73-AEB6-48AF-B30C-D6CFC8A51246}" dt="2025-12-09T04:04:08.235" v="1451"/>
          <ac:graphicFrameMkLst>
            <pc:docMk/>
            <pc:sldMk cId="1201758319" sldId="258"/>
            <ac:graphicFrameMk id="6" creationId="{3F6B7EF6-81DB-8E3D-3AC7-3F9ABC236B5C}"/>
          </ac:graphicFrameMkLst>
        </pc:graphicFrameChg>
      </pc:sldChg>
      <pc:sldChg chg="addSp delSp modSp new mod">
        <pc:chgData name="Henry Vo" userId="c18cca123e130253" providerId="LiveId" clId="{CBED1F73-AEB6-48AF-B30C-D6CFC8A51246}" dt="2025-12-15T05:15:40.175" v="4174" actId="113"/>
        <pc:sldMkLst>
          <pc:docMk/>
          <pc:sldMk cId="2199859215" sldId="259"/>
        </pc:sldMkLst>
        <pc:spChg chg="add mod">
          <ac:chgData name="Henry Vo" userId="c18cca123e130253" providerId="LiveId" clId="{CBED1F73-AEB6-48AF-B30C-D6CFC8A51246}" dt="2025-12-09T04:22:00.455" v="2137" actId="14100"/>
          <ac:spMkLst>
            <pc:docMk/>
            <pc:sldMk cId="2199859215" sldId="259"/>
            <ac:spMk id="14" creationId="{04F140DE-E0A3-024D-3F34-D5FF4EBA6563}"/>
          </ac:spMkLst>
        </pc:spChg>
        <pc:spChg chg="add mod">
          <ac:chgData name="Henry Vo" userId="c18cca123e130253" providerId="LiveId" clId="{CBED1F73-AEB6-48AF-B30C-D6CFC8A51246}" dt="2025-12-15T05:15:40.175" v="4174" actId="113"/>
          <ac:spMkLst>
            <pc:docMk/>
            <pc:sldMk cId="2199859215" sldId="259"/>
            <ac:spMk id="20" creationId="{AFDB625E-7765-A5E4-723B-70D4D991BF09}"/>
          </ac:spMkLst>
        </pc:spChg>
        <pc:spChg chg="add mod ord">
          <ac:chgData name="Henry Vo" userId="c18cca123e130253" providerId="LiveId" clId="{CBED1F73-AEB6-48AF-B30C-D6CFC8A51246}" dt="2025-12-09T04:37:40.427" v="2725" actId="12788"/>
          <ac:spMkLst>
            <pc:docMk/>
            <pc:sldMk cId="2199859215" sldId="259"/>
            <ac:spMk id="21" creationId="{B65BD222-C80C-C118-817D-E583CE1BD587}"/>
          </ac:spMkLst>
        </pc:spChg>
        <pc:picChg chg="add mod">
          <ac:chgData name="Henry Vo" userId="c18cca123e130253" providerId="LiveId" clId="{CBED1F73-AEB6-48AF-B30C-D6CFC8A51246}" dt="2025-12-09T04:37:40.427" v="2725" actId="12788"/>
          <ac:picMkLst>
            <pc:docMk/>
            <pc:sldMk cId="2199859215" sldId="259"/>
            <ac:picMk id="27" creationId="{3ED2E026-1164-F8DB-1417-AB07C60BCD94}"/>
          </ac:picMkLst>
        </pc:picChg>
      </pc:sldChg>
      <pc:sldChg chg="addSp delSp modSp new mod">
        <pc:chgData name="Henry Vo" userId="c18cca123e130253" providerId="LiveId" clId="{CBED1F73-AEB6-48AF-B30C-D6CFC8A51246}" dt="2025-12-15T05:15:32.675" v="4172" actId="113"/>
        <pc:sldMkLst>
          <pc:docMk/>
          <pc:sldMk cId="3564352135" sldId="260"/>
        </pc:sldMkLst>
        <pc:spChg chg="add mod">
          <ac:chgData name="Henry Vo" userId="c18cca123e130253" providerId="LiveId" clId="{CBED1F73-AEB6-48AF-B30C-D6CFC8A51246}" dt="2025-12-10T15:46:37.961" v="3578" actId="20577"/>
          <ac:spMkLst>
            <pc:docMk/>
            <pc:sldMk cId="3564352135" sldId="260"/>
            <ac:spMk id="12" creationId="{009599A0-8BEE-E10F-54F5-BE1CE508E0A9}"/>
          </ac:spMkLst>
        </pc:spChg>
        <pc:spChg chg="add mod">
          <ac:chgData name="Henry Vo" userId="c18cca123e130253" providerId="LiveId" clId="{CBED1F73-AEB6-48AF-B30C-D6CFC8A51246}" dt="2025-12-15T05:15:26.980" v="4171" actId="113"/>
          <ac:spMkLst>
            <pc:docMk/>
            <pc:sldMk cId="3564352135" sldId="260"/>
            <ac:spMk id="13" creationId="{7C74998D-4E22-C14D-5840-D965F19B83B1}"/>
          </ac:spMkLst>
        </pc:spChg>
        <pc:spChg chg="add mod">
          <ac:chgData name="Henry Vo" userId="c18cca123e130253" providerId="LiveId" clId="{CBED1F73-AEB6-48AF-B30C-D6CFC8A51246}" dt="2025-12-15T05:15:32.675" v="4172" actId="113"/>
          <ac:spMkLst>
            <pc:docMk/>
            <pc:sldMk cId="3564352135" sldId="260"/>
            <ac:spMk id="14" creationId="{77FF48D3-557A-B22F-DFAB-BF9A0E988FBF}"/>
          </ac:spMkLst>
        </pc:spChg>
        <pc:picChg chg="add del mod">
          <ac:chgData name="Henry Vo" userId="c18cca123e130253" providerId="LiveId" clId="{CBED1F73-AEB6-48AF-B30C-D6CFC8A51246}" dt="2025-12-15T05:10:16.103" v="4140" actId="1076"/>
          <ac:picMkLst>
            <pc:docMk/>
            <pc:sldMk cId="3564352135" sldId="260"/>
            <ac:picMk id="11" creationId="{D15C045D-2C4A-5DE4-9401-D87936C74347}"/>
          </ac:picMkLst>
        </pc:picChg>
      </pc:sldChg>
      <pc:sldChg chg="addSp delSp modSp new mod">
        <pc:chgData name="Henry Vo" userId="c18cca123e130253" providerId="LiveId" clId="{CBED1F73-AEB6-48AF-B30C-D6CFC8A51246}" dt="2025-12-15T05:15:16.388" v="4168" actId="113"/>
        <pc:sldMkLst>
          <pc:docMk/>
          <pc:sldMk cId="3083110177" sldId="261"/>
        </pc:sldMkLst>
        <pc:spChg chg="del">
          <ac:chgData name="Henry Vo" userId="c18cca123e130253" providerId="LiveId" clId="{CBED1F73-AEB6-48AF-B30C-D6CFC8A51246}" dt="2025-12-14T05:57:07.842" v="3580" actId="478"/>
          <ac:spMkLst>
            <pc:docMk/>
            <pc:sldMk cId="3083110177" sldId="261"/>
            <ac:spMk id="2" creationId="{AB1DF493-1A6D-C8F7-B185-2ED9E46BB76C}"/>
          </ac:spMkLst>
        </pc:spChg>
        <pc:spChg chg="del">
          <ac:chgData name="Henry Vo" userId="c18cca123e130253" providerId="LiveId" clId="{CBED1F73-AEB6-48AF-B30C-D6CFC8A51246}" dt="2025-12-14T05:57:06.449" v="3579" actId="478"/>
          <ac:spMkLst>
            <pc:docMk/>
            <pc:sldMk cId="3083110177" sldId="261"/>
            <ac:spMk id="3" creationId="{3A1AC856-690B-2C8E-83B1-008C098CE9CD}"/>
          </ac:spMkLst>
        </pc:spChg>
        <pc:spChg chg="add del mod">
          <ac:chgData name="Henry Vo" userId="c18cca123e130253" providerId="LiveId" clId="{CBED1F73-AEB6-48AF-B30C-D6CFC8A51246}" dt="2025-12-14T06:01:00.906" v="3583"/>
          <ac:spMkLst>
            <pc:docMk/>
            <pc:sldMk cId="3083110177" sldId="261"/>
            <ac:spMk id="4" creationId="{0D7E053D-9B6B-D4BC-3FB4-FB817B9A4FE0}"/>
          </ac:spMkLst>
        </pc:spChg>
        <pc:spChg chg="add mod">
          <ac:chgData name="Henry Vo" userId="c18cca123e130253" providerId="LiveId" clId="{CBED1F73-AEB6-48AF-B30C-D6CFC8A51246}" dt="2025-12-15T05:03:30.850" v="3654" actId="20577"/>
          <ac:spMkLst>
            <pc:docMk/>
            <pc:sldMk cId="3083110177" sldId="261"/>
            <ac:spMk id="5" creationId="{169B1C97-AA5B-69E9-2059-E2997052D437}"/>
          </ac:spMkLst>
        </pc:spChg>
        <pc:spChg chg="add mod">
          <ac:chgData name="Henry Vo" userId="c18cca123e130253" providerId="LiveId" clId="{CBED1F73-AEB6-48AF-B30C-D6CFC8A51246}" dt="2025-12-15T05:15:16.388" v="4168" actId="113"/>
          <ac:spMkLst>
            <pc:docMk/>
            <pc:sldMk cId="3083110177" sldId="261"/>
            <ac:spMk id="7" creationId="{142FC0C8-9160-88FE-AEBB-0AA357C23B78}"/>
          </ac:spMkLst>
        </pc:spChg>
        <pc:picChg chg="add del mod">
          <ac:chgData name="Henry Vo" userId="c18cca123e130253" providerId="LiveId" clId="{CBED1F73-AEB6-48AF-B30C-D6CFC8A51246}" dt="2025-12-15T05:01:48.666" v="3635" actId="478"/>
          <ac:picMkLst>
            <pc:docMk/>
            <pc:sldMk cId="3083110177" sldId="261"/>
            <ac:picMk id="3" creationId="{1E43CEDE-26D2-785F-ADE8-298D4196E218}"/>
          </ac:picMkLst>
        </pc:picChg>
        <pc:picChg chg="add del mod modCrop">
          <ac:chgData name="Henry Vo" userId="c18cca123e130253" providerId="LiveId" clId="{CBED1F73-AEB6-48AF-B30C-D6CFC8A51246}" dt="2025-12-15T05:13:07.888" v="4147" actId="478"/>
          <ac:picMkLst>
            <pc:docMk/>
            <pc:sldMk cId="3083110177" sldId="261"/>
            <ac:picMk id="6" creationId="{7AD20D24-1A39-E8D2-A488-C3AC8B13991F}"/>
          </ac:picMkLst>
        </pc:picChg>
        <pc:picChg chg="add del">
          <ac:chgData name="Henry Vo" userId="c18cca123e130253" providerId="LiveId" clId="{CBED1F73-AEB6-48AF-B30C-D6CFC8A51246}" dt="2025-12-15T05:13:06.941" v="4146" actId="22"/>
          <ac:picMkLst>
            <pc:docMk/>
            <pc:sldMk cId="3083110177" sldId="261"/>
            <ac:picMk id="9" creationId="{3B5718B7-8060-2485-AEA3-A6796F58A697}"/>
          </ac:picMkLst>
        </pc:picChg>
        <pc:picChg chg="add mod">
          <ac:chgData name="Henry Vo" userId="c18cca123e130253" providerId="LiveId" clId="{CBED1F73-AEB6-48AF-B30C-D6CFC8A51246}" dt="2025-12-15T05:15:05.875" v="4163" actId="1076"/>
          <ac:picMkLst>
            <pc:docMk/>
            <pc:sldMk cId="3083110177" sldId="261"/>
            <ac:picMk id="11" creationId="{43484889-9244-8A37-1EF2-2AA451491DCB}"/>
          </ac:picMkLst>
        </pc:picChg>
      </pc:sldChg>
      <pc:sldChg chg="new">
        <pc:chgData name="Henry Vo" userId="c18cca123e130253" providerId="LiveId" clId="{CBED1F73-AEB6-48AF-B30C-D6CFC8A51246}" dt="2025-12-15T05:14:43.825" v="4157" actId="680"/>
        <pc:sldMkLst>
          <pc:docMk/>
          <pc:sldMk cId="3533779975" sldId="262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18cca123e130253/Personal%20Career/Personal%20Projects/Customer%20Retention%20Analysis/Customer-Retention-Analysis/Online_Retail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2952380535462597E-2"/>
          <c:y val="5.3248516650990431E-2"/>
          <c:w val="0.72936124200970576"/>
          <c:h val="0.78711632794680964"/>
        </c:manualLayout>
      </c:layout>
      <c:lineChart>
        <c:grouping val="standard"/>
        <c:varyColors val="0"/>
        <c:ser>
          <c:idx val="0"/>
          <c:order val="0"/>
          <c:tx>
            <c:v>New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-4.490710946726731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A9A-44DE-8A76-D83767A67C88}"/>
                </c:ext>
              </c:extLst>
            </c:dLbl>
            <c:dLbl>
              <c:idx val="7"/>
              <c:layout>
                <c:manualLayout>
                  <c:x val="0"/>
                  <c:y val="1.036317910783079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A9A-44DE-8A76-D83767A67C88}"/>
                </c:ext>
              </c:extLst>
            </c:dLbl>
            <c:dLbl>
              <c:idx val="10"/>
              <c:layout>
                <c:manualLayout>
                  <c:x val="4.0680046522598087E-3"/>
                  <c:y val="-1.72719651797181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Return'!$B$3:$B$13</c:f>
              <c:numCache>
                <c:formatCode>General</c:formatCode>
                <c:ptCount val="11"/>
                <c:pt idx="0">
                  <c:v>417</c:v>
                </c:pt>
                <c:pt idx="1">
                  <c:v>380</c:v>
                </c:pt>
                <c:pt idx="2">
                  <c:v>452</c:v>
                </c:pt>
                <c:pt idx="3">
                  <c:v>300</c:v>
                </c:pt>
                <c:pt idx="4">
                  <c:v>284</c:v>
                </c:pt>
                <c:pt idx="5">
                  <c:v>242</c:v>
                </c:pt>
                <c:pt idx="6">
                  <c:v>188</c:v>
                </c:pt>
                <c:pt idx="7">
                  <c:v>169</c:v>
                </c:pt>
                <c:pt idx="8">
                  <c:v>299</c:v>
                </c:pt>
                <c:pt idx="9">
                  <c:v>358</c:v>
                </c:pt>
                <c:pt idx="10">
                  <c:v>324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9A-44DE-8A76-D83767A67C88}"/>
            </c:ext>
          </c:extLst>
        </c:ser>
        <c:ser>
          <c:idx val="1"/>
          <c:order val="1"/>
          <c:tx>
            <c:v>Returning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3.45439303594362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A9A-44DE-8A76-D83767A67C88}"/>
                </c:ext>
              </c:extLst>
            </c:dLbl>
            <c:dLbl>
              <c:idx val="7"/>
              <c:layout>
                <c:manualLayout>
                  <c:x val="-1.3560015507532695E-3"/>
                  <c:y val="3.454393035943639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Return'!$C$3:$C$13</c:f>
              <c:numCache>
                <c:formatCode>General</c:formatCode>
                <c:ptCount val="11"/>
                <c:pt idx="0">
                  <c:v>324</c:v>
                </c:pt>
                <c:pt idx="1">
                  <c:v>378</c:v>
                </c:pt>
                <c:pt idx="2">
                  <c:v>522</c:v>
                </c:pt>
                <c:pt idx="3">
                  <c:v>556</c:v>
                </c:pt>
                <c:pt idx="4">
                  <c:v>772</c:v>
                </c:pt>
                <c:pt idx="5">
                  <c:v>749</c:v>
                </c:pt>
                <c:pt idx="6">
                  <c:v>761</c:v>
                </c:pt>
                <c:pt idx="7">
                  <c:v>766</c:v>
                </c:pt>
                <c:pt idx="8">
                  <c:v>967</c:v>
                </c:pt>
                <c:pt idx="9">
                  <c:v>1006</c:v>
                </c:pt>
                <c:pt idx="10">
                  <c:v>1341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9A-44DE-8A76-D83767A67C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78916048"/>
        <c:axId val="1578940048"/>
      </c:lineChart>
      <c:dateAx>
        <c:axId val="1578916048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40048"/>
        <c:crosses val="autoZero"/>
        <c:auto val="1"/>
        <c:lblOffset val="100"/>
        <c:baseTimeUnit val="months"/>
      </c:dateAx>
      <c:valAx>
        <c:axId val="1578940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1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2333529496262869"/>
          <c:y val="0.43114137335787101"/>
          <c:w val="0.16215305084446466"/>
          <c:h val="0.226184236888509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49790-B49D-4D8D-B628-59414A006FDF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B6D16-8807-4B47-A511-DB6453DC6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89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006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764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739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8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8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1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64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7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085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64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8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3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540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43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8696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36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408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88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05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AEAF-7047-3489-8B51-E909FA6B8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8344856" cy="1646302"/>
          </a:xfrm>
        </p:spPr>
        <p:txBody>
          <a:bodyPr/>
          <a:lstStyle/>
          <a:p>
            <a:pPr algn="ctr"/>
            <a:r>
              <a:rPr lang="en-US"/>
              <a:t>Customer Retention Analysis</a:t>
            </a:r>
          </a:p>
        </p:txBody>
      </p:sp>
    </p:spTree>
    <p:extLst>
      <p:ext uri="{BB962C8B-B14F-4D97-AF65-F5344CB8AC3E}">
        <p14:creationId xmlns:p14="http://schemas.microsoft.com/office/powerpoint/2010/main" val="174776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056B-9063-E968-A1F3-E182481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25" y="236535"/>
            <a:ext cx="4209298" cy="830997"/>
          </a:xfrm>
        </p:spPr>
        <p:txBody>
          <a:bodyPr>
            <a:noAutofit/>
          </a:bodyPr>
          <a:lstStyle/>
          <a:p>
            <a:r>
              <a:rPr lang="en-US" sz="2400"/>
              <a:t>Repeat Customers vs. One-Time Buyers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D999DD-5D6B-BE84-042E-B8208BB54C88}"/>
              </a:ext>
            </a:extLst>
          </p:cNvPr>
          <p:cNvCxnSpPr>
            <a:cxnSpLocks/>
          </p:cNvCxnSpPr>
          <p:nvPr/>
        </p:nvCxnSpPr>
        <p:spPr>
          <a:xfrm>
            <a:off x="6096000" y="1375472"/>
            <a:ext cx="0" cy="312467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19C429F-5C2B-3714-7281-3EDE68F7C32D}"/>
              </a:ext>
            </a:extLst>
          </p:cNvPr>
          <p:cNvSpPr txBox="1"/>
          <p:nvPr/>
        </p:nvSpPr>
        <p:spPr>
          <a:xfrm>
            <a:off x="3478064" y="1451126"/>
            <a:ext cx="2053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Repeat Customers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DB77D-16B2-FCD6-9DDB-5501DFF05DC0}"/>
              </a:ext>
            </a:extLst>
          </p:cNvPr>
          <p:cNvSpPr txBox="1"/>
          <p:nvPr/>
        </p:nvSpPr>
        <p:spPr>
          <a:xfrm>
            <a:off x="3968478" y="2884139"/>
            <a:ext cx="7394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$8.4M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66DE3-CE67-B22D-1EBB-5C36BDD5B411}"/>
              </a:ext>
            </a:extLst>
          </p:cNvPr>
          <p:cNvSpPr txBox="1"/>
          <p:nvPr/>
        </p:nvSpPr>
        <p:spPr>
          <a:xfrm>
            <a:off x="4050467" y="4017269"/>
            <a:ext cx="610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2845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4C74FA-BE3B-3F4A-3E74-80B0FFF1E258}"/>
              </a:ext>
            </a:extLst>
          </p:cNvPr>
          <p:cNvGrpSpPr/>
          <p:nvPr/>
        </p:nvGrpSpPr>
        <p:grpSpPr>
          <a:xfrm>
            <a:off x="6562371" y="1477956"/>
            <a:ext cx="1916908" cy="2873920"/>
            <a:chOff x="7012170" y="1485459"/>
            <a:chExt cx="1916908" cy="28739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195A27-4EA8-1721-3F96-BF7CA2341DA2}"/>
                </a:ext>
              </a:extLst>
            </p:cNvPr>
            <p:cNvSpPr txBox="1"/>
            <p:nvPr/>
          </p:nvSpPr>
          <p:spPr>
            <a:xfrm>
              <a:off x="7012170" y="1485459"/>
              <a:ext cx="1916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One-Time Buyers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69FF72-BFBE-406B-E11C-5713E52016B7}"/>
                </a:ext>
              </a:extLst>
            </p:cNvPr>
            <p:cNvSpPr txBox="1"/>
            <p:nvPr/>
          </p:nvSpPr>
          <p:spPr>
            <a:xfrm>
              <a:off x="7636913" y="2898322"/>
              <a:ext cx="7180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/>
                <a:t>$600K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FDA69B-B0E0-68A4-6E3F-543C1D2F347F}"/>
                </a:ext>
              </a:extLst>
            </p:cNvPr>
            <p:cNvSpPr txBox="1"/>
            <p:nvPr/>
          </p:nvSpPr>
          <p:spPr>
            <a:xfrm>
              <a:off x="7692240" y="4051602"/>
              <a:ext cx="6626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/>
                <a:t>1494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5A26B54-C9CE-78D1-33AC-1545F78EA958}"/>
              </a:ext>
            </a:extLst>
          </p:cNvPr>
          <p:cNvSpPr txBox="1"/>
          <p:nvPr/>
        </p:nvSpPr>
        <p:spPr>
          <a:xfrm>
            <a:off x="1905434" y="2884139"/>
            <a:ext cx="9728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Revenue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EE695-7346-D7BB-09AE-D0B4E0130873}"/>
              </a:ext>
            </a:extLst>
          </p:cNvPr>
          <p:cNvSpPr txBox="1"/>
          <p:nvPr/>
        </p:nvSpPr>
        <p:spPr>
          <a:xfrm>
            <a:off x="1401430" y="4017269"/>
            <a:ext cx="1980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Number of Customers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E58CB-8570-1F30-D90F-97EA9E5FAFB8}"/>
              </a:ext>
            </a:extLst>
          </p:cNvPr>
          <p:cNvSpPr txBox="1"/>
          <p:nvPr/>
        </p:nvSpPr>
        <p:spPr>
          <a:xfrm>
            <a:off x="1003413" y="4821928"/>
            <a:ext cx="101851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Repeat Customers generate 93% of revenue, making retention a crucial driver of business growth</a:t>
            </a:r>
          </a:p>
        </p:txBody>
      </p:sp>
    </p:spTree>
    <p:extLst>
      <p:ext uri="{BB962C8B-B14F-4D97-AF65-F5344CB8AC3E}">
        <p14:creationId xmlns:p14="http://schemas.microsoft.com/office/powerpoint/2010/main" val="286343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F6B7EF6-81DB-8E3D-3AC7-3F9ABC236B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3312639"/>
              </p:ext>
            </p:extLst>
          </p:nvPr>
        </p:nvGraphicFramePr>
        <p:xfrm>
          <a:off x="1413114" y="1110415"/>
          <a:ext cx="9365771" cy="36764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766AAF-2B3E-AD6E-4751-B0E7E1DA740E}"/>
              </a:ext>
            </a:extLst>
          </p:cNvPr>
          <p:cNvSpPr txBox="1"/>
          <p:nvPr/>
        </p:nvSpPr>
        <p:spPr>
          <a:xfrm>
            <a:off x="1413115" y="5747585"/>
            <a:ext cx="9982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To sustain the growth of returning customers, we must understand customer retention and churn behaviors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2139E3-B1CA-8CC6-9E24-7512BE5C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580103"/>
          </a:xfrm>
        </p:spPr>
        <p:txBody>
          <a:bodyPr>
            <a:noAutofit/>
          </a:bodyPr>
          <a:lstStyle/>
          <a:p>
            <a:r>
              <a:rPr lang="en-US" sz="2400"/>
              <a:t>Growth driven by Returning Customers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A29F2-43E6-A0BD-7F79-6B5DDECF4C7E}"/>
              </a:ext>
            </a:extLst>
          </p:cNvPr>
          <p:cNvSpPr txBox="1"/>
          <p:nvPr/>
        </p:nvSpPr>
        <p:spPr>
          <a:xfrm>
            <a:off x="1413115" y="5067184"/>
            <a:ext cx="99824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Returning customers are becoming an increasingly more important revenue driver </a:t>
            </a:r>
          </a:p>
        </p:txBody>
      </p:sp>
    </p:spTree>
    <p:extLst>
      <p:ext uri="{BB962C8B-B14F-4D97-AF65-F5344CB8AC3E}">
        <p14:creationId xmlns:p14="http://schemas.microsoft.com/office/powerpoint/2010/main" val="1201758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04F140DE-E0A3-024D-3F34-D5FF4EBA6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Customers churn within the first 3 months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B625E-7765-A5E4-723B-70D4D991BF09}"/>
              </a:ext>
            </a:extLst>
          </p:cNvPr>
          <p:cNvSpPr txBox="1"/>
          <p:nvPr/>
        </p:nvSpPr>
        <p:spPr>
          <a:xfrm>
            <a:off x="1533832" y="4826675"/>
            <a:ext cx="91243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79% of Customers churn </a:t>
            </a:r>
            <a:r>
              <a:rPr lang="en-US" dirty="0"/>
              <a:t>after the first month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generally improves in </a:t>
            </a:r>
            <a:r>
              <a:rPr lang="en-US" b="1" dirty="0"/>
              <a:t>months 5-7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varies widely by cohort, signifying inconsistent customer experience 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5BD222-C80C-C118-817D-E583CE1BD587}"/>
              </a:ext>
            </a:extLst>
          </p:cNvPr>
          <p:cNvSpPr txBox="1"/>
          <p:nvPr/>
        </p:nvSpPr>
        <p:spPr>
          <a:xfrm>
            <a:off x="3818390" y="1069569"/>
            <a:ext cx="4555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Percentage change in Customer Per Month</a:t>
            </a:r>
          </a:p>
        </p:txBody>
      </p:sp>
      <p:pic>
        <p:nvPicPr>
          <p:cNvPr id="27" name="Picture 26" descr="A graph with numbers and percentages&#10;&#10;AI-generated content may be incorrect.">
            <a:extLst>
              <a:ext uri="{FF2B5EF4-FFF2-40B4-BE49-F238E27FC236}">
                <a16:creationId xmlns:a16="http://schemas.microsoft.com/office/drawing/2014/main" id="{3ED2E026-1164-F8DB-1417-AB07C60BC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300" y="1567482"/>
            <a:ext cx="9607400" cy="3249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85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D15C045D-2C4A-5DE4-9401-D87936C74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" y="1228529"/>
            <a:ext cx="10821910" cy="280074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9599A0-8BEE-E10F-54F5-BE1CE508E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Revenue is driven by a small customer 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4998D-4E22-C14D-5840-D965F19B83B1}"/>
              </a:ext>
            </a:extLst>
          </p:cNvPr>
          <p:cNvSpPr txBox="1"/>
          <p:nvPr/>
        </p:nvSpPr>
        <p:spPr>
          <a:xfrm>
            <a:off x="685045" y="5515896"/>
            <a:ext cx="64499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Nearly half </a:t>
            </a:r>
            <a:r>
              <a:rPr lang="en-US" dirty="0"/>
              <a:t>of our customers are either </a:t>
            </a:r>
            <a:r>
              <a:rPr lang="en-US" b="1" dirty="0"/>
              <a:t>“Lost”</a:t>
            </a:r>
            <a:r>
              <a:rPr lang="en-US" dirty="0"/>
              <a:t> or </a:t>
            </a:r>
            <a:r>
              <a:rPr lang="en-US" b="1" dirty="0"/>
              <a:t>“At-Risk High Value</a:t>
            </a:r>
            <a:r>
              <a:rPr lang="en-US" dirty="0"/>
              <a:t>,” representing the largest opportunity for retention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FF48D3-557A-B22F-DFAB-BF9A0E988FBF}"/>
              </a:ext>
            </a:extLst>
          </p:cNvPr>
          <p:cNvSpPr txBox="1"/>
          <p:nvPr/>
        </p:nvSpPr>
        <p:spPr>
          <a:xfrm>
            <a:off x="7872425" y="5515896"/>
            <a:ext cx="3634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These two groups make up over </a:t>
            </a:r>
            <a:r>
              <a:rPr lang="en-US" b="1" dirty="0"/>
              <a:t>20% of revenue</a:t>
            </a:r>
            <a:r>
              <a:rPr lang="en-US" dirty="0"/>
              <a:t>, providing the biggest growth potential</a:t>
            </a:r>
          </a:p>
        </p:txBody>
      </p:sp>
    </p:spTree>
    <p:extLst>
      <p:ext uri="{BB962C8B-B14F-4D97-AF65-F5344CB8AC3E}">
        <p14:creationId xmlns:p14="http://schemas.microsoft.com/office/powerpoint/2010/main" val="356435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9B1C97-AA5B-69E9-2059-E2997052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Customers are considered churned after ~70 days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FC0C8-9160-88FE-AEBB-0AA357C23B78}"/>
              </a:ext>
            </a:extLst>
          </p:cNvPr>
          <p:cNvSpPr txBox="1"/>
          <p:nvPr/>
        </p:nvSpPr>
        <p:spPr>
          <a:xfrm>
            <a:off x="2366010" y="5812802"/>
            <a:ext cx="7459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Defining the churn window </a:t>
            </a:r>
            <a:r>
              <a:rPr lang="en-US" b="1" dirty="0"/>
              <a:t>enables retention outreach </a:t>
            </a:r>
            <a:r>
              <a:rPr lang="en-US" dirty="0"/>
              <a:t>by identifying when intervention is most optimal</a:t>
            </a:r>
          </a:p>
        </p:txBody>
      </p:sp>
      <p:pic>
        <p:nvPicPr>
          <p:cNvPr id="11" name="Picture 10" descr="A graph of a chart&#10;&#10;AI-generated content may be incorrect.">
            <a:extLst>
              <a:ext uri="{FF2B5EF4-FFF2-40B4-BE49-F238E27FC236}">
                <a16:creationId xmlns:a16="http://schemas.microsoft.com/office/drawing/2014/main" id="{43484889-9244-8A37-1EF2-2AA451491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542" y="1045198"/>
            <a:ext cx="9910916" cy="47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10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EEB97-A683-1B60-28CE-C085CD954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07BE0-530E-DBC5-0506-8821B3863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377997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1130</TotalTime>
  <Words>185</Words>
  <Application>Microsoft Office PowerPoint</Application>
  <PresentationFormat>Widescreen</PresentationFormat>
  <Paragraphs>33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Trebuchet MS</vt:lpstr>
      <vt:lpstr>Wingdings 3</vt:lpstr>
      <vt:lpstr>Facet</vt:lpstr>
      <vt:lpstr>Customer Retention Analysis</vt:lpstr>
      <vt:lpstr>Repeat Customers vs. One-Time Buyers</vt:lpstr>
      <vt:lpstr>Growth driven by Returning Customers</vt:lpstr>
      <vt:lpstr>Most Customers churn within the first 3 months</vt:lpstr>
      <vt:lpstr>Most Revenue is driven by a small customer group</vt:lpstr>
      <vt:lpstr>Customers are considered churned after ~70 days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Vo</dc:creator>
  <cp:lastModifiedBy>Henry Vo</cp:lastModifiedBy>
  <cp:revision>1</cp:revision>
  <dcterms:created xsi:type="dcterms:W3CDTF">2025-11-25T15:16:52Z</dcterms:created>
  <dcterms:modified xsi:type="dcterms:W3CDTF">2025-12-15T08:10:46Z</dcterms:modified>
</cp:coreProperties>
</file>