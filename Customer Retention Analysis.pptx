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739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81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82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118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64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72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085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64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788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933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5404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643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8696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3362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9408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88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411A3F-4DB3-47ED-809A-CD27B21BFB6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051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AEAF-7047-3489-8B51-E909FA6B8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8344856" cy="1646302"/>
          </a:xfrm>
        </p:spPr>
        <p:txBody>
          <a:bodyPr/>
          <a:lstStyle/>
          <a:p>
            <a:pPr algn="ctr"/>
            <a:r>
              <a:rPr lang="en-US" dirty="0"/>
              <a:t>Customer Retention Analysis</a:t>
            </a:r>
          </a:p>
        </p:txBody>
      </p:sp>
    </p:spTree>
    <p:extLst>
      <p:ext uri="{BB962C8B-B14F-4D97-AF65-F5344CB8AC3E}">
        <p14:creationId xmlns:p14="http://schemas.microsoft.com/office/powerpoint/2010/main" val="1747761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8056B-9063-E968-A1F3-E1824812A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25" y="236535"/>
            <a:ext cx="4209298" cy="580103"/>
          </a:xfrm>
        </p:spPr>
        <p:txBody>
          <a:bodyPr>
            <a:normAutofit fontScale="90000"/>
          </a:bodyPr>
          <a:lstStyle/>
          <a:p>
            <a:r>
              <a:rPr lang="en-US" dirty="0"/>
              <a:t>Customer Overview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20D689-77A8-52F4-7325-83D949F09F0C}"/>
              </a:ext>
            </a:extLst>
          </p:cNvPr>
          <p:cNvSpPr txBox="1"/>
          <p:nvPr/>
        </p:nvSpPr>
        <p:spPr>
          <a:xfrm>
            <a:off x="1318752" y="1036123"/>
            <a:ext cx="2079523" cy="8229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Total Customers</a:t>
            </a:r>
          </a:p>
          <a:p>
            <a:pPr algn="ctr"/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030DF6-52D1-B41F-8312-3C6939F260A5}"/>
              </a:ext>
            </a:extLst>
          </p:cNvPr>
          <p:cNvSpPr txBox="1"/>
          <p:nvPr/>
        </p:nvSpPr>
        <p:spPr>
          <a:xfrm>
            <a:off x="1885466" y="1923911"/>
            <a:ext cx="9460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4,339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B0638C-2EBE-8C48-1D48-4103BE46E1C7}"/>
              </a:ext>
            </a:extLst>
          </p:cNvPr>
          <p:cNvSpPr txBox="1"/>
          <p:nvPr/>
        </p:nvSpPr>
        <p:spPr>
          <a:xfrm>
            <a:off x="4845276" y="1935463"/>
            <a:ext cx="21622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$9,584,624.04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1CA0F9-683D-A436-EC70-F7C63BE8A5DD}"/>
              </a:ext>
            </a:extLst>
          </p:cNvPr>
          <p:cNvSpPr txBox="1"/>
          <p:nvPr/>
        </p:nvSpPr>
        <p:spPr>
          <a:xfrm>
            <a:off x="4717027" y="1185993"/>
            <a:ext cx="2418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Total Revenue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DCD7A4-7C7D-C0BE-1DEE-F02AA39B44CF}"/>
              </a:ext>
            </a:extLst>
          </p:cNvPr>
          <p:cNvSpPr txBox="1"/>
          <p:nvPr/>
        </p:nvSpPr>
        <p:spPr>
          <a:xfrm>
            <a:off x="9109883" y="1935463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$23.00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9C215-1F45-049C-7C19-54EA642891B0}"/>
              </a:ext>
            </a:extLst>
          </p:cNvPr>
          <p:cNvSpPr txBox="1"/>
          <p:nvPr/>
        </p:nvSpPr>
        <p:spPr>
          <a:xfrm>
            <a:off x="8454514" y="970550"/>
            <a:ext cx="24187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Avg Revenue Per Order</a:t>
            </a:r>
          </a:p>
        </p:txBody>
      </p:sp>
    </p:spTree>
    <p:extLst>
      <p:ext uri="{BB962C8B-B14F-4D97-AF65-F5344CB8AC3E}">
        <p14:creationId xmlns:p14="http://schemas.microsoft.com/office/powerpoint/2010/main" val="286343463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911</TotalTime>
  <Words>18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Trebuchet MS</vt:lpstr>
      <vt:lpstr>Wingdings 3</vt:lpstr>
      <vt:lpstr>Facet</vt:lpstr>
      <vt:lpstr>Customer Retention Analysis</vt:lpstr>
      <vt:lpstr>Customer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Vo</dc:creator>
  <cp:lastModifiedBy>Henry Vo</cp:lastModifiedBy>
  <cp:revision>1</cp:revision>
  <dcterms:created xsi:type="dcterms:W3CDTF">2025-11-25T15:16:52Z</dcterms:created>
  <dcterms:modified xsi:type="dcterms:W3CDTF">2025-11-26T06:27:58Z</dcterms:modified>
</cp:coreProperties>
</file>