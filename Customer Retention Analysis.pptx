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5"/>
  </p:notes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08AB096-502C-4CC0-9240-ACA9084E787F}" v="864" dt="2025-12-08T21:26:44.8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notesMaster" Target="notesMasters/notesMaster1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enry Vo" userId="c18cca123e130253" providerId="LiveId" clId="{CBED1F73-AEB6-48AF-B30C-D6CFC8A51246}"/>
    <pc:docChg chg="undo custSel addSld modSld">
      <pc:chgData name="Henry Vo" userId="c18cca123e130253" providerId="LiveId" clId="{CBED1F73-AEB6-48AF-B30C-D6CFC8A51246}" dt="2025-12-08T21:54:05.681" v="888" actId="680"/>
      <pc:docMkLst>
        <pc:docMk/>
      </pc:docMkLst>
      <pc:sldChg chg="addSp delSp modSp mod">
        <pc:chgData name="Henry Vo" userId="c18cca123e130253" providerId="LiveId" clId="{CBED1F73-AEB6-48AF-B30C-D6CFC8A51246}" dt="2025-12-08T21:26:44.864" v="887" actId="1076"/>
        <pc:sldMkLst>
          <pc:docMk/>
          <pc:sldMk cId="2863434639" sldId="257"/>
        </pc:sldMkLst>
        <pc:spChg chg="mod">
          <ac:chgData name="Henry Vo" userId="c18cca123e130253" providerId="LiveId" clId="{CBED1F73-AEB6-48AF-B30C-D6CFC8A51246}" dt="2025-12-08T20:27:21.560" v="17" actId="20577"/>
          <ac:spMkLst>
            <pc:docMk/>
            <pc:sldMk cId="2863434639" sldId="257"/>
            <ac:spMk id="2" creationId="{D9D8056B-9063-E968-A1F3-E1824812A22F}"/>
          </ac:spMkLst>
        </pc:spChg>
        <pc:spChg chg="add mod">
          <ac:chgData name="Henry Vo" userId="c18cca123e130253" providerId="LiveId" clId="{CBED1F73-AEB6-48AF-B30C-D6CFC8A51246}" dt="2025-12-08T21:26:34.628" v="886" actId="1076"/>
          <ac:spMkLst>
            <pc:docMk/>
            <pc:sldMk cId="2863434639" sldId="257"/>
            <ac:spMk id="3" creationId="{919C429F-5C2B-3714-7281-3EDE68F7C32D}"/>
          </ac:spMkLst>
        </pc:spChg>
        <pc:spChg chg="del">
          <ac:chgData name="Henry Vo" userId="c18cca123e130253" providerId="LiveId" clId="{CBED1F73-AEB6-48AF-B30C-D6CFC8A51246}" dt="2025-12-08T20:27:23.493" v="18" actId="478"/>
          <ac:spMkLst>
            <pc:docMk/>
            <pc:sldMk cId="2863434639" sldId="257"/>
            <ac:spMk id="4" creationId="{5A20D689-77A8-52F4-7325-83D949F09F0C}"/>
          </ac:spMkLst>
        </pc:spChg>
        <pc:spChg chg="del">
          <ac:chgData name="Henry Vo" userId="c18cca123e130253" providerId="LiveId" clId="{CBED1F73-AEB6-48AF-B30C-D6CFC8A51246}" dt="2025-12-08T20:27:25.376" v="21" actId="478"/>
          <ac:spMkLst>
            <pc:docMk/>
            <pc:sldMk cId="2863434639" sldId="257"/>
            <ac:spMk id="5" creationId="{19030DF6-52D1-B41F-8312-3C6939F260A5}"/>
          </ac:spMkLst>
        </pc:spChg>
        <pc:spChg chg="del">
          <ac:chgData name="Henry Vo" userId="c18cca123e130253" providerId="LiveId" clId="{CBED1F73-AEB6-48AF-B30C-D6CFC8A51246}" dt="2025-12-08T20:27:24.888" v="20" actId="478"/>
          <ac:spMkLst>
            <pc:docMk/>
            <pc:sldMk cId="2863434639" sldId="257"/>
            <ac:spMk id="6" creationId="{D2B0638C-2EBE-8C48-1D48-4103BE46E1C7}"/>
          </ac:spMkLst>
        </pc:spChg>
        <pc:spChg chg="del">
          <ac:chgData name="Henry Vo" userId="c18cca123e130253" providerId="LiveId" clId="{CBED1F73-AEB6-48AF-B30C-D6CFC8A51246}" dt="2025-12-08T20:27:24.337" v="19" actId="478"/>
          <ac:spMkLst>
            <pc:docMk/>
            <pc:sldMk cId="2863434639" sldId="257"/>
            <ac:spMk id="7" creationId="{EC1CA0F9-683D-A436-EC70-F7C63BE8A5DD}"/>
          </ac:spMkLst>
        </pc:spChg>
        <pc:spChg chg="del">
          <ac:chgData name="Henry Vo" userId="c18cca123e130253" providerId="LiveId" clId="{CBED1F73-AEB6-48AF-B30C-D6CFC8A51246}" dt="2025-12-08T20:27:26.545" v="23" actId="478"/>
          <ac:spMkLst>
            <pc:docMk/>
            <pc:sldMk cId="2863434639" sldId="257"/>
            <ac:spMk id="8" creationId="{33DCD7A4-7C7D-C0BE-1DEE-F02AA39B44CF}"/>
          </ac:spMkLst>
        </pc:spChg>
        <pc:spChg chg="del">
          <ac:chgData name="Henry Vo" userId="c18cca123e130253" providerId="LiveId" clId="{CBED1F73-AEB6-48AF-B30C-D6CFC8A51246}" dt="2025-12-08T20:27:26.089" v="22" actId="478"/>
          <ac:spMkLst>
            <pc:docMk/>
            <pc:sldMk cId="2863434639" sldId="257"/>
            <ac:spMk id="9" creationId="{EC19C215-1F45-049C-7C19-54EA642891B0}"/>
          </ac:spMkLst>
        </pc:spChg>
        <pc:spChg chg="add mod">
          <ac:chgData name="Henry Vo" userId="c18cca123e130253" providerId="LiveId" clId="{CBED1F73-AEB6-48AF-B30C-D6CFC8A51246}" dt="2025-12-08T21:26:29.962" v="885" actId="1076"/>
          <ac:spMkLst>
            <pc:docMk/>
            <pc:sldMk cId="2863434639" sldId="257"/>
            <ac:spMk id="10" creationId="{9A195A27-4EA8-1721-3F96-BF7CA2341DA2}"/>
          </ac:spMkLst>
        </pc:spChg>
        <pc:spChg chg="add mod">
          <ac:chgData name="Henry Vo" userId="c18cca123e130253" providerId="LiveId" clId="{CBED1F73-AEB6-48AF-B30C-D6CFC8A51246}" dt="2025-12-08T21:26:34.628" v="886" actId="1076"/>
          <ac:spMkLst>
            <pc:docMk/>
            <pc:sldMk cId="2863434639" sldId="257"/>
            <ac:spMk id="14" creationId="{793DB77D-16B2-FCD6-9DDB-5501DFF05DC0}"/>
          </ac:spMkLst>
        </pc:spChg>
        <pc:spChg chg="add del mod">
          <ac:chgData name="Henry Vo" userId="c18cca123e130253" providerId="LiveId" clId="{CBED1F73-AEB6-48AF-B30C-D6CFC8A51246}" dt="2025-12-08T20:58:56.586" v="73" actId="478"/>
          <ac:spMkLst>
            <pc:docMk/>
            <pc:sldMk cId="2863434639" sldId="257"/>
            <ac:spMk id="16" creationId="{F67C8F97-F509-30A0-98F1-430AFE3B8DE8}"/>
          </ac:spMkLst>
        </pc:spChg>
        <pc:spChg chg="add mod">
          <ac:chgData name="Henry Vo" userId="c18cca123e130253" providerId="LiveId" clId="{CBED1F73-AEB6-48AF-B30C-D6CFC8A51246}" dt="2025-12-08T21:26:29.962" v="885" actId="1076"/>
          <ac:spMkLst>
            <pc:docMk/>
            <pc:sldMk cId="2863434639" sldId="257"/>
            <ac:spMk id="17" creationId="{4B69FF72-BFBE-406B-E11C-5713E52016B7}"/>
          </ac:spMkLst>
        </pc:spChg>
        <pc:spChg chg="add mod">
          <ac:chgData name="Henry Vo" userId="c18cca123e130253" providerId="LiveId" clId="{CBED1F73-AEB6-48AF-B30C-D6CFC8A51246}" dt="2025-12-08T21:26:34.628" v="886" actId="1076"/>
          <ac:spMkLst>
            <pc:docMk/>
            <pc:sldMk cId="2863434639" sldId="257"/>
            <ac:spMk id="19" creationId="{2D566DE3-CE67-B22D-1EBB-5C36BDD5B411}"/>
          </ac:spMkLst>
        </pc:spChg>
        <pc:spChg chg="add mod">
          <ac:chgData name="Henry Vo" userId="c18cca123e130253" providerId="LiveId" clId="{CBED1F73-AEB6-48AF-B30C-D6CFC8A51246}" dt="2025-12-08T21:26:29.962" v="885" actId="1076"/>
          <ac:spMkLst>
            <pc:docMk/>
            <pc:sldMk cId="2863434639" sldId="257"/>
            <ac:spMk id="21" creationId="{F6FDA69B-B0E0-68A4-6E3F-543C1D2F347F}"/>
          </ac:spMkLst>
        </pc:spChg>
        <pc:spChg chg="add mod">
          <ac:chgData name="Henry Vo" userId="c18cca123e130253" providerId="LiveId" clId="{CBED1F73-AEB6-48AF-B30C-D6CFC8A51246}" dt="2025-12-08T21:26:34.628" v="886" actId="1076"/>
          <ac:spMkLst>
            <pc:docMk/>
            <pc:sldMk cId="2863434639" sldId="257"/>
            <ac:spMk id="23" creationId="{35A26B54-C9CE-78D1-33AC-1545F78EA958}"/>
          </ac:spMkLst>
        </pc:spChg>
        <pc:spChg chg="add mod">
          <ac:chgData name="Henry Vo" userId="c18cca123e130253" providerId="LiveId" clId="{CBED1F73-AEB6-48AF-B30C-D6CFC8A51246}" dt="2025-12-08T21:26:34.628" v="886" actId="1076"/>
          <ac:spMkLst>
            <pc:docMk/>
            <pc:sldMk cId="2863434639" sldId="257"/>
            <ac:spMk id="30" creationId="{CA0EE695-7346-D7BB-09AE-D0B4E0130873}"/>
          </ac:spMkLst>
        </pc:spChg>
        <pc:spChg chg="add mod">
          <ac:chgData name="Henry Vo" userId="c18cca123e130253" providerId="LiveId" clId="{CBED1F73-AEB6-48AF-B30C-D6CFC8A51246}" dt="2025-12-08T21:26:44.864" v="887" actId="1076"/>
          <ac:spMkLst>
            <pc:docMk/>
            <pc:sldMk cId="2863434639" sldId="257"/>
            <ac:spMk id="31" creationId="{DC0E58CB-8570-1F30-D90F-97EA9E5FAFB8}"/>
          </ac:spMkLst>
        </pc:spChg>
        <pc:cxnChg chg="add mod">
          <ac:chgData name="Henry Vo" userId="c18cca123e130253" providerId="LiveId" clId="{CBED1F73-AEB6-48AF-B30C-D6CFC8A51246}" dt="2025-12-08T21:26:21.572" v="884" actId="12788"/>
          <ac:cxnSpMkLst>
            <pc:docMk/>
            <pc:sldMk cId="2863434639" sldId="257"/>
            <ac:cxnSpMk id="12" creationId="{9AD999DD-5D6B-BE84-042E-B8208BB54C88}"/>
          </ac:cxnSpMkLst>
        </pc:cxnChg>
      </pc:sldChg>
      <pc:sldChg chg="new">
        <pc:chgData name="Henry Vo" userId="c18cca123e130253" providerId="LiveId" clId="{CBED1F73-AEB6-48AF-B30C-D6CFC8A51246}" dt="2025-12-08T21:54:05.681" v="888" actId="680"/>
        <pc:sldMkLst>
          <pc:docMk/>
          <pc:sldMk cId="1201758319" sldId="25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C049790-B49D-4D8D-B628-59414A006FDF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F6B6D16-8807-4B47-A511-DB6453DC6D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33892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6B6D16-8807-4B47-A511-DB6453DC6DDE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70060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11A3F-4DB3-47ED-809A-CD27B21BFB64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A68015-F89B-4405-814E-A1C890A81D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77396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11A3F-4DB3-47ED-809A-CD27B21BFB64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A68015-F89B-4405-814E-A1C890A81D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76813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11A3F-4DB3-47ED-809A-CD27B21BFB64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A68015-F89B-4405-814E-A1C890A81D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45823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11A3F-4DB3-47ED-809A-CD27B21BFB64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A68015-F89B-4405-814E-A1C890A81D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1184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11A3F-4DB3-47ED-809A-CD27B21BFB64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A68015-F89B-4405-814E-A1C890A81D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72648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11A3F-4DB3-47ED-809A-CD27B21BFB64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A68015-F89B-4405-814E-A1C890A81D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59722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11A3F-4DB3-47ED-809A-CD27B21BFB64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A68015-F89B-4405-814E-A1C890A81D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00855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11A3F-4DB3-47ED-809A-CD27B21BFB64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A68015-F89B-4405-814E-A1C890A81D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60642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11A3F-4DB3-47ED-809A-CD27B21BFB64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A68015-F89B-4405-814E-A1C890A81D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67887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11A3F-4DB3-47ED-809A-CD27B21BFB64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A68015-F89B-4405-814E-A1C890A81D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9337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11A3F-4DB3-47ED-809A-CD27B21BFB64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A68015-F89B-4405-814E-A1C890A81D04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9254048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11A3F-4DB3-47ED-809A-CD27B21BFB64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A68015-F89B-4405-814E-A1C890A81D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36438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11A3F-4DB3-47ED-809A-CD27B21BFB64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A68015-F89B-4405-814E-A1C890A81D04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9686962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11A3F-4DB3-47ED-809A-CD27B21BFB64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A68015-F89B-4405-814E-A1C890A81D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033624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11A3F-4DB3-47ED-809A-CD27B21BFB64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A68015-F89B-4405-814E-A1C890A81D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594083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11A3F-4DB3-47ED-809A-CD27B21BFB64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A68015-F89B-4405-814E-A1C890A81D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9888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4411A3F-4DB3-47ED-809A-CD27B21BFB64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A7A68015-F89B-4405-814E-A1C890A81D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90510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1AEAF-7047-3489-8B51-E909FA6B81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8344856" cy="1646302"/>
          </a:xfrm>
        </p:spPr>
        <p:txBody>
          <a:bodyPr/>
          <a:lstStyle/>
          <a:p>
            <a:pPr algn="ctr"/>
            <a:r>
              <a:rPr lang="en-US"/>
              <a:t>Customer Retention Analysis</a:t>
            </a:r>
          </a:p>
        </p:txBody>
      </p:sp>
    </p:spTree>
    <p:extLst>
      <p:ext uri="{BB962C8B-B14F-4D97-AF65-F5344CB8AC3E}">
        <p14:creationId xmlns:p14="http://schemas.microsoft.com/office/powerpoint/2010/main" val="17477614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D8056B-9063-E968-A1F3-E1824812A2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225" y="236535"/>
            <a:ext cx="4209298" cy="580103"/>
          </a:xfrm>
        </p:spPr>
        <p:txBody>
          <a:bodyPr>
            <a:normAutofit fontScale="90000"/>
          </a:bodyPr>
          <a:lstStyle/>
          <a:p>
            <a:r>
              <a:rPr lang="en-US"/>
              <a:t>Business Context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19C429F-5C2B-3714-7281-3EDE68F7C32D}"/>
              </a:ext>
            </a:extLst>
          </p:cNvPr>
          <p:cNvSpPr txBox="1"/>
          <p:nvPr/>
        </p:nvSpPr>
        <p:spPr>
          <a:xfrm>
            <a:off x="2598778" y="1240684"/>
            <a:ext cx="278634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/>
              <a:t>Repeat Customers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A195A27-4EA8-1721-3F96-BF7CA2341DA2}"/>
              </a:ext>
            </a:extLst>
          </p:cNvPr>
          <p:cNvSpPr txBox="1"/>
          <p:nvPr/>
        </p:nvSpPr>
        <p:spPr>
          <a:xfrm>
            <a:off x="7138131" y="1243049"/>
            <a:ext cx="264187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/>
              <a:t>One-Time Buyers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AD999DD-5D6B-BE84-042E-B8208BB54C88}"/>
              </a:ext>
            </a:extLst>
          </p:cNvPr>
          <p:cNvCxnSpPr>
            <a:cxnSpLocks/>
          </p:cNvCxnSpPr>
          <p:nvPr/>
        </p:nvCxnSpPr>
        <p:spPr>
          <a:xfrm>
            <a:off x="6096000" y="1205075"/>
            <a:ext cx="0" cy="3124673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793DB77D-16B2-FCD6-9DDB-5501DFF05DC0}"/>
              </a:ext>
            </a:extLst>
          </p:cNvPr>
          <p:cNvSpPr txBox="1"/>
          <p:nvPr/>
        </p:nvSpPr>
        <p:spPr>
          <a:xfrm>
            <a:off x="3561944" y="2952948"/>
            <a:ext cx="86000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/>
              <a:t>$8.4M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B69FF72-BFBE-406B-E11C-5713E52016B7}"/>
              </a:ext>
            </a:extLst>
          </p:cNvPr>
          <p:cNvSpPr txBox="1"/>
          <p:nvPr/>
        </p:nvSpPr>
        <p:spPr>
          <a:xfrm>
            <a:off x="7770049" y="2952948"/>
            <a:ext cx="87967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/>
              <a:t>$600K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D566DE3-CE67-B22D-1EBB-5C36BDD5B411}"/>
              </a:ext>
            </a:extLst>
          </p:cNvPr>
          <p:cNvSpPr txBox="1"/>
          <p:nvPr/>
        </p:nvSpPr>
        <p:spPr>
          <a:xfrm>
            <a:off x="3683738" y="3840029"/>
            <a:ext cx="73821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/>
              <a:t>2845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6FDA69B-B0E0-68A4-6E3F-543C1D2F347F}"/>
              </a:ext>
            </a:extLst>
          </p:cNvPr>
          <p:cNvSpPr txBox="1"/>
          <p:nvPr/>
        </p:nvSpPr>
        <p:spPr>
          <a:xfrm>
            <a:off x="7852237" y="3842394"/>
            <a:ext cx="71529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/>
              <a:t>1494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5A26B54-C9CE-78D1-33AC-1545F78EA958}"/>
              </a:ext>
            </a:extLst>
          </p:cNvPr>
          <p:cNvSpPr txBox="1"/>
          <p:nvPr/>
        </p:nvSpPr>
        <p:spPr>
          <a:xfrm>
            <a:off x="1635612" y="2973139"/>
            <a:ext cx="12261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/>
              <a:t>Revenue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A0EE695-7346-D7BB-09AE-D0B4E0130873}"/>
              </a:ext>
            </a:extLst>
          </p:cNvPr>
          <p:cNvSpPr txBox="1"/>
          <p:nvPr/>
        </p:nvSpPr>
        <p:spPr>
          <a:xfrm>
            <a:off x="1508538" y="3686140"/>
            <a:ext cx="158429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/>
              <a:t> Number of Customers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C0E58CB-8570-1F30-D90F-97EA9E5FAFB8}"/>
              </a:ext>
            </a:extLst>
          </p:cNvPr>
          <p:cNvSpPr txBox="1"/>
          <p:nvPr/>
        </p:nvSpPr>
        <p:spPr>
          <a:xfrm>
            <a:off x="1003413" y="4821928"/>
            <a:ext cx="1018517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/>
              <a:t>Repeat Customers generate 93% of revenue, making retention a crucial driver of business growth</a:t>
            </a:r>
          </a:p>
        </p:txBody>
      </p:sp>
    </p:spTree>
    <p:extLst>
      <p:ext uri="{BB962C8B-B14F-4D97-AF65-F5344CB8AC3E}">
        <p14:creationId xmlns:p14="http://schemas.microsoft.com/office/powerpoint/2010/main" val="28634346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15FACE-2255-138A-5949-69A528584C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14CC32-C534-49C6-FCB1-3786130752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1758319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Application>Microsoft Office PowerPoint</Application>
  <PresentationFormat>Widescreen</PresentationFormat>
  <Slides>3</Slides>
  <Notes>1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4" baseType="lpstr">
      <vt:lpstr>Facet</vt:lpstr>
      <vt:lpstr>Customer Retention Analysis</vt:lpstr>
      <vt:lpstr>Business Context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Henry Vo</dc:creator>
  <cp:revision>1</cp:revision>
  <dcterms:created xsi:type="dcterms:W3CDTF">2025-11-25T15:16:52Z</dcterms:created>
  <dcterms:modified xsi:type="dcterms:W3CDTF">2025-12-08T21:54:03Z</dcterms:modified>
</cp:coreProperties>
</file>