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8AB096-502C-4CC0-9240-ACA9084E787F}" v="2754" dt="2025-12-17T19:16:24.5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y Vo" userId="c18cca123e130253" providerId="LiveId" clId="{CBED1F73-AEB6-48AF-B30C-D6CFC8A51246}"/>
    <pc:docChg chg="undo custSel addSld modSld">
      <pc:chgData name="Henry Vo" userId="c18cca123e130253" providerId="LiveId" clId="{CBED1F73-AEB6-48AF-B30C-D6CFC8A51246}" dt="2025-12-17T19:16:30.663" v="5565" actId="14100"/>
      <pc:docMkLst>
        <pc:docMk/>
      </pc:docMkLst>
      <pc:sldChg chg="addSp modSp mod">
        <pc:chgData name="Henry Vo" userId="c18cca123e130253" providerId="LiveId" clId="{CBED1F73-AEB6-48AF-B30C-D6CFC8A51246}" dt="2025-12-15T16:28:58.121" v="5467" actId="1076"/>
        <pc:sldMkLst>
          <pc:docMk/>
          <pc:sldMk cId="1747761490" sldId="256"/>
        </pc:sldMkLst>
        <pc:spChg chg="mod">
          <ac:chgData name="Henry Vo" userId="c18cca123e130253" providerId="LiveId" clId="{CBED1F73-AEB6-48AF-B30C-D6CFC8A51246}" dt="2025-12-15T16:24:48.332" v="5202" actId="27636"/>
          <ac:spMkLst>
            <pc:docMk/>
            <pc:sldMk cId="1747761490" sldId="256"/>
            <ac:spMk id="2" creationId="{63B1AEAF-7047-3489-8B51-E909FA6B81B0}"/>
          </ac:spMkLst>
        </pc:spChg>
        <pc:spChg chg="add mod">
          <ac:chgData name="Henry Vo" userId="c18cca123e130253" providerId="LiveId" clId="{CBED1F73-AEB6-48AF-B30C-D6CFC8A51246}" dt="2025-12-15T16:28:58.121" v="5467" actId="1076"/>
          <ac:spMkLst>
            <pc:docMk/>
            <pc:sldMk cId="1747761490" sldId="256"/>
            <ac:spMk id="3" creationId="{CE407946-C4CB-8B60-36BF-8DAD28B0824C}"/>
          </ac:spMkLst>
        </pc:spChg>
      </pc:sldChg>
      <pc:sldChg chg="addSp delSp modSp mod">
        <pc:chgData name="Henry Vo" userId="c18cca123e130253" providerId="LiveId" clId="{CBED1F73-AEB6-48AF-B30C-D6CFC8A51246}" dt="2025-12-09T04:07:19.297" v="1935" actId="14100"/>
        <pc:sldMkLst>
          <pc:docMk/>
          <pc:sldMk cId="2863434639" sldId="257"/>
        </pc:sldMkLst>
        <pc:spChg chg="mod">
          <ac:chgData name="Henry Vo" userId="c18cca123e130253" providerId="LiveId" clId="{CBED1F73-AEB6-48AF-B30C-D6CFC8A51246}" dt="2025-12-09T04:07:19.297" v="1935" actId="14100"/>
          <ac:spMkLst>
            <pc:docMk/>
            <pc:sldMk cId="2863434639" sldId="257"/>
            <ac:spMk id="2" creationId="{D9D8056B-9063-E968-A1F3-E1824812A22F}"/>
          </ac:spMkLst>
        </pc:spChg>
        <pc:spChg chg="add mod topLvl">
          <ac:chgData name="Henry Vo" userId="c18cca123e130253" providerId="LiveId" clId="{CBED1F73-AEB6-48AF-B30C-D6CFC8A51246}" dt="2025-12-09T03:57:38.751" v="1007" actId="122"/>
          <ac:spMkLst>
            <pc:docMk/>
            <pc:sldMk cId="2863434639" sldId="257"/>
            <ac:spMk id="3" creationId="{919C429F-5C2B-3714-7281-3EDE68F7C32D}"/>
          </ac:spMkLst>
        </pc:spChg>
        <pc:spChg chg="add mod topLvl">
          <ac:chgData name="Henry Vo" userId="c18cca123e130253" providerId="LiveId" clId="{CBED1F73-AEB6-48AF-B30C-D6CFC8A51246}" dt="2025-12-09T03:57:02.103" v="996" actId="164"/>
          <ac:spMkLst>
            <pc:docMk/>
            <pc:sldMk cId="2863434639" sldId="257"/>
            <ac:spMk id="10" creationId="{9A195A27-4EA8-1721-3F96-BF7CA2341DA2}"/>
          </ac:spMkLst>
        </pc:spChg>
        <pc:spChg chg="add mod topLvl">
          <ac:chgData name="Henry Vo" userId="c18cca123e130253" providerId="LiveId" clId="{CBED1F73-AEB6-48AF-B30C-D6CFC8A51246}" dt="2025-12-09T03:57:37.070" v="1006" actId="14100"/>
          <ac:spMkLst>
            <pc:docMk/>
            <pc:sldMk cId="2863434639" sldId="257"/>
            <ac:spMk id="14" creationId="{793DB77D-16B2-FCD6-9DDB-5501DFF05DC0}"/>
          </ac:spMkLst>
        </pc:spChg>
        <pc:spChg chg="add mod topLvl">
          <ac:chgData name="Henry Vo" userId="c18cca123e130253" providerId="LiveId" clId="{CBED1F73-AEB6-48AF-B30C-D6CFC8A51246}" dt="2025-12-09T03:57:10.083" v="999" actId="14100"/>
          <ac:spMkLst>
            <pc:docMk/>
            <pc:sldMk cId="2863434639" sldId="257"/>
            <ac:spMk id="17" creationId="{4B69FF72-BFBE-406B-E11C-5713E52016B7}"/>
          </ac:spMkLst>
        </pc:spChg>
        <pc:spChg chg="add mod topLvl">
          <ac:chgData name="Henry Vo" userId="c18cca123e130253" providerId="LiveId" clId="{CBED1F73-AEB6-48AF-B30C-D6CFC8A51246}" dt="2025-12-09T03:57:34.953" v="1005" actId="14100"/>
          <ac:spMkLst>
            <pc:docMk/>
            <pc:sldMk cId="2863434639" sldId="257"/>
            <ac:spMk id="19" creationId="{2D566DE3-CE67-B22D-1EBB-5C36BDD5B411}"/>
          </ac:spMkLst>
        </pc:spChg>
        <pc:spChg chg="add mod topLvl">
          <ac:chgData name="Henry Vo" userId="c18cca123e130253" providerId="LiveId" clId="{CBED1F73-AEB6-48AF-B30C-D6CFC8A51246}" dt="2025-12-09T03:57:11.734" v="1000" actId="14100"/>
          <ac:spMkLst>
            <pc:docMk/>
            <pc:sldMk cId="2863434639" sldId="257"/>
            <ac:spMk id="21" creationId="{F6FDA69B-B0E0-68A4-6E3F-543C1D2F347F}"/>
          </ac:spMkLst>
        </pc:spChg>
        <pc:spChg chg="add mod topLvl">
          <ac:chgData name="Henry Vo" userId="c18cca123e130253" providerId="LiveId" clId="{CBED1F73-AEB6-48AF-B30C-D6CFC8A51246}" dt="2025-12-09T03:58:01.163" v="1015" actId="12788"/>
          <ac:spMkLst>
            <pc:docMk/>
            <pc:sldMk cId="2863434639" sldId="257"/>
            <ac:spMk id="23" creationId="{35A26B54-C9CE-78D1-33AC-1545F78EA958}"/>
          </ac:spMkLst>
        </pc:spChg>
        <pc:spChg chg="add del mod topLvl">
          <ac:chgData name="Henry Vo" userId="c18cca123e130253" providerId="LiveId" clId="{CBED1F73-AEB6-48AF-B30C-D6CFC8A51246}" dt="2025-12-09T03:58:01.163" v="1015" actId="12788"/>
          <ac:spMkLst>
            <pc:docMk/>
            <pc:sldMk cId="2863434639" sldId="257"/>
            <ac:spMk id="30" creationId="{CA0EE695-7346-D7BB-09AE-D0B4E0130873}"/>
          </ac:spMkLst>
        </pc:spChg>
        <pc:spChg chg="add mod">
          <ac:chgData name="Henry Vo" userId="c18cca123e130253" providerId="LiveId" clId="{CBED1F73-AEB6-48AF-B30C-D6CFC8A51246}" dt="2025-12-08T21:26:44.864" v="887" actId="1076"/>
          <ac:spMkLst>
            <pc:docMk/>
            <pc:sldMk cId="2863434639" sldId="257"/>
            <ac:spMk id="31" creationId="{DC0E58CB-8570-1F30-D90F-97EA9E5FAFB8}"/>
          </ac:spMkLst>
        </pc:spChg>
        <pc:grpChg chg="add mod">
          <ac:chgData name="Henry Vo" userId="c18cca123e130253" providerId="LiveId" clId="{CBED1F73-AEB6-48AF-B30C-D6CFC8A51246}" dt="2025-12-09T03:57:08.433" v="998" actId="1076"/>
          <ac:grpSpMkLst>
            <pc:docMk/>
            <pc:sldMk cId="2863434639" sldId="257"/>
            <ac:grpSpMk id="9" creationId="{3D4C74FA-BE3B-3F4A-3E74-80B0FFF1E258}"/>
          </ac:grpSpMkLst>
        </pc:grpChg>
        <pc:cxnChg chg="add mod">
          <ac:chgData name="Henry Vo" userId="c18cca123e130253" providerId="LiveId" clId="{CBED1F73-AEB6-48AF-B30C-D6CFC8A51246}" dt="2025-12-09T03:56:26.471" v="984" actId="12788"/>
          <ac:cxnSpMkLst>
            <pc:docMk/>
            <pc:sldMk cId="2863434639" sldId="257"/>
            <ac:cxnSpMk id="12" creationId="{9AD999DD-5D6B-BE84-042E-B8208BB54C88}"/>
          </ac:cxnSpMkLst>
        </pc:cxnChg>
      </pc:sldChg>
      <pc:sldChg chg="addSp delSp modSp new mod">
        <pc:chgData name="Henry Vo" userId="c18cca123e130253" providerId="LiveId" clId="{CBED1F73-AEB6-48AF-B30C-D6CFC8A51246}" dt="2025-12-17T19:16:30.663" v="5565" actId="14100"/>
        <pc:sldMkLst>
          <pc:docMk/>
          <pc:sldMk cId="1201758319" sldId="258"/>
        </pc:sldMkLst>
        <pc:spChg chg="add mod">
          <ac:chgData name="Henry Vo" userId="c18cca123e130253" providerId="LiveId" clId="{CBED1F73-AEB6-48AF-B30C-D6CFC8A51246}" dt="2025-12-15T05:14:27.898" v="4156" actId="1076"/>
          <ac:spMkLst>
            <pc:docMk/>
            <pc:sldMk cId="1201758319" sldId="258"/>
            <ac:spMk id="2" creationId="{030A29F2-43E6-A0BD-7F79-6B5DDECF4C7E}"/>
          </ac:spMkLst>
        </pc:spChg>
        <pc:spChg chg="add mod">
          <ac:chgData name="Henry Vo" userId="c18cca123e130253" providerId="LiveId" clId="{CBED1F73-AEB6-48AF-B30C-D6CFC8A51246}" dt="2025-12-15T05:14:25.113" v="4155" actId="1076"/>
          <ac:spMkLst>
            <pc:docMk/>
            <pc:sldMk cId="1201758319" sldId="258"/>
            <ac:spMk id="4" creationId="{B0766AAF-2B3E-AD6E-4751-B0E7E1DA740E}"/>
          </ac:spMkLst>
        </pc:spChg>
        <pc:spChg chg="add mod">
          <ac:chgData name="Henry Vo" userId="c18cca123e130253" providerId="LiveId" clId="{CBED1F73-AEB6-48AF-B30C-D6CFC8A51246}" dt="2025-12-09T04:02:49.951" v="1441" actId="120"/>
          <ac:spMkLst>
            <pc:docMk/>
            <pc:sldMk cId="1201758319" sldId="258"/>
            <ac:spMk id="8" creationId="{672139E3-B1CA-8CC6-9E24-7512BE5CE0AE}"/>
          </ac:spMkLst>
        </pc:spChg>
        <pc:grpChg chg="add mod">
          <ac:chgData name="Henry Vo" userId="c18cca123e130253" providerId="LiveId" clId="{CBED1F73-AEB6-48AF-B30C-D6CFC8A51246}" dt="2025-12-17T19:16:30.663" v="5565" actId="14100"/>
          <ac:grpSpMkLst>
            <pc:docMk/>
            <pc:sldMk cId="1201758319" sldId="258"/>
            <ac:grpSpMk id="22" creationId="{A53BF3E9-6229-C734-A848-EDB2BAD07B56}"/>
          </ac:grpSpMkLst>
        </pc:grpChg>
        <pc:graphicFrameChg chg="add del mod">
          <ac:chgData name="Henry Vo" userId="c18cca123e130253" providerId="LiveId" clId="{CBED1F73-AEB6-48AF-B30C-D6CFC8A51246}" dt="2025-12-17T19:12:27.031" v="5498" actId="478"/>
          <ac:graphicFrameMkLst>
            <pc:docMk/>
            <pc:sldMk cId="1201758319" sldId="258"/>
            <ac:graphicFrameMk id="6" creationId="{3F6B7EF6-81DB-8E3D-3AC7-3F9ABC236B5C}"/>
          </ac:graphicFrameMkLst>
        </pc:graphicFrameChg>
        <pc:picChg chg="add del mod">
          <ac:chgData name="Henry Vo" userId="c18cca123e130253" providerId="LiveId" clId="{CBED1F73-AEB6-48AF-B30C-D6CFC8A51246}" dt="2025-12-17T19:14:04.939" v="5518" actId="478"/>
          <ac:picMkLst>
            <pc:docMk/>
            <pc:sldMk cId="1201758319" sldId="258"/>
            <ac:picMk id="5" creationId="{15B72031-E29F-B16A-63FA-F42905938D95}"/>
          </ac:picMkLst>
        </pc:picChg>
        <pc:picChg chg="add del mod">
          <ac:chgData name="Henry Vo" userId="c18cca123e130253" providerId="LiveId" clId="{CBED1F73-AEB6-48AF-B30C-D6CFC8A51246}" dt="2025-12-17T19:13:25.283" v="5517" actId="478"/>
          <ac:picMkLst>
            <pc:docMk/>
            <pc:sldMk cId="1201758319" sldId="258"/>
            <ac:picMk id="9" creationId="{5D561DF6-BF0B-0793-B6BA-24F478592296}"/>
          </ac:picMkLst>
        </pc:picChg>
        <pc:picChg chg="add del mod">
          <ac:chgData name="Henry Vo" userId="c18cca123e130253" providerId="LiveId" clId="{CBED1F73-AEB6-48AF-B30C-D6CFC8A51246}" dt="2025-12-17T19:14:08.907" v="5522" actId="22"/>
          <ac:picMkLst>
            <pc:docMk/>
            <pc:sldMk cId="1201758319" sldId="258"/>
            <ac:picMk id="11" creationId="{E78D49BB-557D-EC98-AEAF-9116E909492E}"/>
          </ac:picMkLst>
        </pc:picChg>
        <pc:picChg chg="add del mod">
          <ac:chgData name="Henry Vo" userId="c18cca123e130253" providerId="LiveId" clId="{CBED1F73-AEB6-48AF-B30C-D6CFC8A51246}" dt="2025-12-17T19:15:39.674" v="5545" actId="478"/>
          <ac:picMkLst>
            <pc:docMk/>
            <pc:sldMk cId="1201758319" sldId="258"/>
            <ac:picMk id="13" creationId="{1DB9388F-10FC-801E-D812-A07E5F0F3E8C}"/>
          </ac:picMkLst>
        </pc:picChg>
        <pc:picChg chg="add del mod">
          <ac:chgData name="Henry Vo" userId="c18cca123e130253" providerId="LiveId" clId="{CBED1F73-AEB6-48AF-B30C-D6CFC8A51246}" dt="2025-12-17T19:15:11.242" v="5538" actId="478"/>
          <ac:picMkLst>
            <pc:docMk/>
            <pc:sldMk cId="1201758319" sldId="258"/>
            <ac:picMk id="15" creationId="{992B3788-58BD-514B-386B-CF4E023A1C81}"/>
          </ac:picMkLst>
        </pc:picChg>
        <pc:picChg chg="add del mod">
          <ac:chgData name="Henry Vo" userId="c18cca123e130253" providerId="LiveId" clId="{CBED1F73-AEB6-48AF-B30C-D6CFC8A51246}" dt="2025-12-17T19:15:20.402" v="5544" actId="478"/>
          <ac:picMkLst>
            <pc:docMk/>
            <pc:sldMk cId="1201758319" sldId="258"/>
            <ac:picMk id="17" creationId="{9B969DB8-2940-5F49-C5A2-BD5EB473900B}"/>
          </ac:picMkLst>
        </pc:picChg>
        <pc:picChg chg="add mod">
          <ac:chgData name="Henry Vo" userId="c18cca123e130253" providerId="LiveId" clId="{CBED1F73-AEB6-48AF-B30C-D6CFC8A51246}" dt="2025-12-17T19:16:24.538" v="5563" actId="164"/>
          <ac:picMkLst>
            <pc:docMk/>
            <pc:sldMk cId="1201758319" sldId="258"/>
            <ac:picMk id="19" creationId="{2FD3FD2B-E31A-2550-B6BA-3D2167A03BA1}"/>
          </ac:picMkLst>
        </pc:picChg>
        <pc:picChg chg="add mod">
          <ac:chgData name="Henry Vo" userId="c18cca123e130253" providerId="LiveId" clId="{CBED1F73-AEB6-48AF-B30C-D6CFC8A51246}" dt="2025-12-17T19:16:24.538" v="5563" actId="164"/>
          <ac:picMkLst>
            <pc:docMk/>
            <pc:sldMk cId="1201758319" sldId="258"/>
            <ac:picMk id="21" creationId="{2BA2933C-B942-ECCC-3539-88DA578D3E5F}"/>
          </ac:picMkLst>
        </pc:picChg>
      </pc:sldChg>
      <pc:sldChg chg="addSp delSp modSp new mod">
        <pc:chgData name="Henry Vo" userId="c18cca123e130253" providerId="LiveId" clId="{CBED1F73-AEB6-48AF-B30C-D6CFC8A51246}" dt="2025-12-15T05:15:40.175" v="4174" actId="113"/>
        <pc:sldMkLst>
          <pc:docMk/>
          <pc:sldMk cId="2199859215" sldId="259"/>
        </pc:sldMkLst>
        <pc:spChg chg="add mod">
          <ac:chgData name="Henry Vo" userId="c18cca123e130253" providerId="LiveId" clId="{CBED1F73-AEB6-48AF-B30C-D6CFC8A51246}" dt="2025-12-09T04:22:00.455" v="2137" actId="14100"/>
          <ac:spMkLst>
            <pc:docMk/>
            <pc:sldMk cId="2199859215" sldId="259"/>
            <ac:spMk id="14" creationId="{04F140DE-E0A3-024D-3F34-D5FF4EBA6563}"/>
          </ac:spMkLst>
        </pc:spChg>
        <pc:spChg chg="add mod">
          <ac:chgData name="Henry Vo" userId="c18cca123e130253" providerId="LiveId" clId="{CBED1F73-AEB6-48AF-B30C-D6CFC8A51246}" dt="2025-12-15T05:15:40.175" v="4174" actId="113"/>
          <ac:spMkLst>
            <pc:docMk/>
            <pc:sldMk cId="2199859215" sldId="259"/>
            <ac:spMk id="20" creationId="{AFDB625E-7765-A5E4-723B-70D4D991BF09}"/>
          </ac:spMkLst>
        </pc:spChg>
        <pc:spChg chg="add mod ord">
          <ac:chgData name="Henry Vo" userId="c18cca123e130253" providerId="LiveId" clId="{CBED1F73-AEB6-48AF-B30C-D6CFC8A51246}" dt="2025-12-09T04:37:40.427" v="2725" actId="12788"/>
          <ac:spMkLst>
            <pc:docMk/>
            <pc:sldMk cId="2199859215" sldId="259"/>
            <ac:spMk id="21" creationId="{B65BD222-C80C-C118-817D-E583CE1BD587}"/>
          </ac:spMkLst>
        </pc:spChg>
        <pc:picChg chg="add mod">
          <ac:chgData name="Henry Vo" userId="c18cca123e130253" providerId="LiveId" clId="{CBED1F73-AEB6-48AF-B30C-D6CFC8A51246}" dt="2025-12-09T04:37:40.427" v="2725" actId="12788"/>
          <ac:picMkLst>
            <pc:docMk/>
            <pc:sldMk cId="2199859215" sldId="259"/>
            <ac:picMk id="27" creationId="{3ED2E026-1164-F8DB-1417-AB07C60BCD94}"/>
          </ac:picMkLst>
        </pc:picChg>
      </pc:sldChg>
      <pc:sldChg chg="addSp delSp modSp new mod">
        <pc:chgData name="Henry Vo" userId="c18cca123e130253" providerId="LiveId" clId="{CBED1F73-AEB6-48AF-B30C-D6CFC8A51246}" dt="2025-12-15T14:02:53.560" v="4927" actId="14100"/>
        <pc:sldMkLst>
          <pc:docMk/>
          <pc:sldMk cId="3564352135" sldId="260"/>
        </pc:sldMkLst>
        <pc:spChg chg="add mod">
          <ac:chgData name="Henry Vo" userId="c18cca123e130253" providerId="LiveId" clId="{CBED1F73-AEB6-48AF-B30C-D6CFC8A51246}" dt="2025-12-10T15:46:37.961" v="3578" actId="20577"/>
          <ac:spMkLst>
            <pc:docMk/>
            <pc:sldMk cId="3564352135" sldId="260"/>
            <ac:spMk id="12" creationId="{009599A0-8BEE-E10F-54F5-BE1CE508E0A9}"/>
          </ac:spMkLst>
        </pc:spChg>
        <pc:spChg chg="add mod">
          <ac:chgData name="Henry Vo" userId="c18cca123e130253" providerId="LiveId" clId="{CBED1F73-AEB6-48AF-B30C-D6CFC8A51246}" dt="2025-12-15T05:15:26.980" v="4171" actId="113"/>
          <ac:spMkLst>
            <pc:docMk/>
            <pc:sldMk cId="3564352135" sldId="260"/>
            <ac:spMk id="13" creationId="{7C74998D-4E22-C14D-5840-D965F19B83B1}"/>
          </ac:spMkLst>
        </pc:spChg>
        <pc:spChg chg="add mod">
          <ac:chgData name="Henry Vo" userId="c18cca123e130253" providerId="LiveId" clId="{CBED1F73-AEB6-48AF-B30C-D6CFC8A51246}" dt="2025-12-15T05:15:32.675" v="4172" actId="113"/>
          <ac:spMkLst>
            <pc:docMk/>
            <pc:sldMk cId="3564352135" sldId="260"/>
            <ac:spMk id="14" creationId="{77FF48D3-557A-B22F-DFAB-BF9A0E988FBF}"/>
          </ac:spMkLst>
        </pc:spChg>
        <pc:picChg chg="add del mod">
          <ac:chgData name="Henry Vo" userId="c18cca123e130253" providerId="LiveId" clId="{CBED1F73-AEB6-48AF-B30C-D6CFC8A51246}" dt="2025-12-15T14:02:53.560" v="4927" actId="14100"/>
          <ac:picMkLst>
            <pc:docMk/>
            <pc:sldMk cId="3564352135" sldId="260"/>
            <ac:picMk id="11" creationId="{D15C045D-2C4A-5DE4-9401-D87936C74347}"/>
          </ac:picMkLst>
        </pc:picChg>
      </pc:sldChg>
      <pc:sldChg chg="addSp delSp modSp new mod">
        <pc:chgData name="Henry Vo" userId="c18cca123e130253" providerId="LiveId" clId="{CBED1F73-AEB6-48AF-B30C-D6CFC8A51246}" dt="2025-12-15T05:15:16.388" v="4168" actId="113"/>
        <pc:sldMkLst>
          <pc:docMk/>
          <pc:sldMk cId="3083110177" sldId="261"/>
        </pc:sldMkLst>
        <pc:spChg chg="add mod">
          <ac:chgData name="Henry Vo" userId="c18cca123e130253" providerId="LiveId" clId="{CBED1F73-AEB6-48AF-B30C-D6CFC8A51246}" dt="2025-12-15T05:03:30.850" v="3654" actId="20577"/>
          <ac:spMkLst>
            <pc:docMk/>
            <pc:sldMk cId="3083110177" sldId="261"/>
            <ac:spMk id="5" creationId="{169B1C97-AA5B-69E9-2059-E2997052D437}"/>
          </ac:spMkLst>
        </pc:spChg>
        <pc:spChg chg="add mod">
          <ac:chgData name="Henry Vo" userId="c18cca123e130253" providerId="LiveId" clId="{CBED1F73-AEB6-48AF-B30C-D6CFC8A51246}" dt="2025-12-15T05:15:16.388" v="4168" actId="113"/>
          <ac:spMkLst>
            <pc:docMk/>
            <pc:sldMk cId="3083110177" sldId="261"/>
            <ac:spMk id="7" creationId="{142FC0C8-9160-88FE-AEBB-0AA357C23B78}"/>
          </ac:spMkLst>
        </pc:spChg>
        <pc:picChg chg="add mod">
          <ac:chgData name="Henry Vo" userId="c18cca123e130253" providerId="LiveId" clId="{CBED1F73-AEB6-48AF-B30C-D6CFC8A51246}" dt="2025-12-15T05:15:05.875" v="4163" actId="1076"/>
          <ac:picMkLst>
            <pc:docMk/>
            <pc:sldMk cId="3083110177" sldId="261"/>
            <ac:picMk id="11" creationId="{43484889-9244-8A37-1EF2-2AA451491DCB}"/>
          </ac:picMkLst>
        </pc:picChg>
      </pc:sldChg>
      <pc:sldChg chg="addSp delSp modSp new mod">
        <pc:chgData name="Henry Vo" userId="c18cca123e130253" providerId="LiveId" clId="{CBED1F73-AEB6-48AF-B30C-D6CFC8A51246}" dt="2025-12-15T16:30:46.654" v="5497" actId="164"/>
        <pc:sldMkLst>
          <pc:docMk/>
          <pc:sldMk cId="3533779975" sldId="262"/>
        </pc:sldMkLst>
        <pc:spChg chg="add mod">
          <ac:chgData name="Henry Vo" userId="c18cca123e130253" providerId="LiveId" clId="{CBED1F73-AEB6-48AF-B30C-D6CFC8A51246}" dt="2025-12-15T13:52:35.733" v="4502" actId="20577"/>
          <ac:spMkLst>
            <pc:docMk/>
            <pc:sldMk cId="3533779975" sldId="262"/>
            <ac:spMk id="9" creationId="{8662D2DB-45BE-4561-C692-DA85293F1E52}"/>
          </ac:spMkLst>
        </pc:spChg>
        <pc:spChg chg="add mod">
          <ac:chgData name="Henry Vo" userId="c18cca123e130253" providerId="LiveId" clId="{CBED1F73-AEB6-48AF-B30C-D6CFC8A51246}" dt="2025-12-15T14:02:42.570" v="4923" actId="1076"/>
          <ac:spMkLst>
            <pc:docMk/>
            <pc:sldMk cId="3533779975" sldId="262"/>
            <ac:spMk id="10" creationId="{96CEF7AF-6F29-5A7A-BCAF-EC122AAAB7F6}"/>
          </ac:spMkLst>
        </pc:spChg>
        <pc:spChg chg="add mod">
          <ac:chgData name="Henry Vo" userId="c18cca123e130253" providerId="LiveId" clId="{CBED1F73-AEB6-48AF-B30C-D6CFC8A51246}" dt="2025-12-15T14:02:40.525" v="4922" actId="1076"/>
          <ac:spMkLst>
            <pc:docMk/>
            <pc:sldMk cId="3533779975" sldId="262"/>
            <ac:spMk id="21" creationId="{E4343AA8-350A-43A4-2DD6-46742022C8B9}"/>
          </ac:spMkLst>
        </pc:spChg>
        <pc:spChg chg="add mod">
          <ac:chgData name="Henry Vo" userId="c18cca123e130253" providerId="LiveId" clId="{CBED1F73-AEB6-48AF-B30C-D6CFC8A51246}" dt="2025-12-15T16:30:46.654" v="5497" actId="164"/>
          <ac:spMkLst>
            <pc:docMk/>
            <pc:sldMk cId="3533779975" sldId="262"/>
            <ac:spMk id="22" creationId="{9D2886ED-69E5-A58C-80E7-8ED978B8B5A8}"/>
          </ac:spMkLst>
        </pc:spChg>
        <pc:grpChg chg="add mod">
          <ac:chgData name="Henry Vo" userId="c18cca123e130253" providerId="LiveId" clId="{CBED1F73-AEB6-48AF-B30C-D6CFC8A51246}" dt="2025-12-15T16:30:46.654" v="5497" actId="164"/>
          <ac:grpSpMkLst>
            <pc:docMk/>
            <pc:sldMk cId="3533779975" sldId="262"/>
            <ac:grpSpMk id="23" creationId="{7FFC5566-F06D-4F99-D24F-FCF027ED4D94}"/>
          </ac:grpSpMkLst>
        </pc:grpChg>
        <pc:picChg chg="add mod modCrop">
          <ac:chgData name="Henry Vo" userId="c18cca123e130253" providerId="LiveId" clId="{CBED1F73-AEB6-48AF-B30C-D6CFC8A51246}" dt="2025-12-15T16:30:46.654" v="5497" actId="164"/>
          <ac:picMkLst>
            <pc:docMk/>
            <pc:sldMk cId="3533779975" sldId="262"/>
            <ac:picMk id="18" creationId="{550DEA39-8CD8-88CA-D507-40D6F7FEFA54}"/>
          </ac:picMkLst>
        </pc:picChg>
        <pc:picChg chg="add mod modCrop">
          <ac:chgData name="Henry Vo" userId="c18cca123e130253" providerId="LiveId" clId="{CBED1F73-AEB6-48AF-B30C-D6CFC8A51246}" dt="2025-12-15T16:30:46.654" v="5497" actId="164"/>
          <ac:picMkLst>
            <pc:docMk/>
            <pc:sldMk cId="3533779975" sldId="262"/>
            <ac:picMk id="20" creationId="{C878D4C1-C2A3-9B5E-687A-6A95AC47D582}"/>
          </ac:picMkLst>
        </pc:picChg>
      </pc:sldChg>
      <pc:sldChg chg="addSp delSp modSp new mod">
        <pc:chgData name="Henry Vo" userId="c18cca123e130253" providerId="LiveId" clId="{CBED1F73-AEB6-48AF-B30C-D6CFC8A51246}" dt="2025-12-15T16:28:23.131" v="5466" actId="20577"/>
        <pc:sldMkLst>
          <pc:docMk/>
          <pc:sldMk cId="2465465039" sldId="263"/>
        </pc:sldMkLst>
        <pc:spChg chg="add mod">
          <ac:chgData name="Henry Vo" userId="c18cca123e130253" providerId="LiveId" clId="{CBED1F73-AEB6-48AF-B30C-D6CFC8A51246}" dt="2025-12-15T16:20:37.714" v="4969" actId="20577"/>
          <ac:spMkLst>
            <pc:docMk/>
            <pc:sldMk cId="2465465039" sldId="263"/>
            <ac:spMk id="4" creationId="{A1941F0A-540A-DFB1-12F4-A44E2508BAA4}"/>
          </ac:spMkLst>
        </pc:spChg>
        <pc:spChg chg="add mod">
          <ac:chgData name="Henry Vo" userId="c18cca123e130253" providerId="LiveId" clId="{CBED1F73-AEB6-48AF-B30C-D6CFC8A51246}" dt="2025-12-15T16:27:24.587" v="5317" actId="12788"/>
          <ac:spMkLst>
            <pc:docMk/>
            <pc:sldMk cId="2465465039" sldId="263"/>
            <ac:spMk id="7" creationId="{8BBCFF16-94ED-75DF-2802-91E1D291C33A}"/>
          </ac:spMkLst>
        </pc:spChg>
        <pc:spChg chg="add mod">
          <ac:chgData name="Henry Vo" userId="c18cca123e130253" providerId="LiveId" clId="{CBED1F73-AEB6-48AF-B30C-D6CFC8A51246}" dt="2025-12-15T16:23:35.914" v="5083" actId="1076"/>
          <ac:spMkLst>
            <pc:docMk/>
            <pc:sldMk cId="2465465039" sldId="263"/>
            <ac:spMk id="8" creationId="{760A639C-DA42-C084-100A-BA995FABC5C5}"/>
          </ac:spMkLst>
        </pc:spChg>
        <pc:spChg chg="add mod">
          <ac:chgData name="Henry Vo" userId="c18cca123e130253" providerId="LiveId" clId="{CBED1F73-AEB6-48AF-B30C-D6CFC8A51246}" dt="2025-12-15T16:24:31.220" v="5200" actId="1076"/>
          <ac:spMkLst>
            <pc:docMk/>
            <pc:sldMk cId="2465465039" sldId="263"/>
            <ac:spMk id="16" creationId="{D84DBEFF-5B15-C7AB-D8A8-28520C6632DD}"/>
          </ac:spMkLst>
        </pc:spChg>
        <pc:spChg chg="add mod">
          <ac:chgData name="Henry Vo" userId="c18cca123e130253" providerId="LiveId" clId="{CBED1F73-AEB6-48AF-B30C-D6CFC8A51246}" dt="2025-12-15T16:27:24.587" v="5317" actId="12788"/>
          <ac:spMkLst>
            <pc:docMk/>
            <pc:sldMk cId="2465465039" sldId="263"/>
            <ac:spMk id="17" creationId="{E5F98863-FBBB-852D-CFF4-A9964EF562D0}"/>
          </ac:spMkLst>
        </pc:spChg>
        <pc:spChg chg="add mod">
          <ac:chgData name="Henry Vo" userId="c18cca123e130253" providerId="LiveId" clId="{CBED1F73-AEB6-48AF-B30C-D6CFC8A51246}" dt="2025-12-15T16:27:24.587" v="5317" actId="12788"/>
          <ac:spMkLst>
            <pc:docMk/>
            <pc:sldMk cId="2465465039" sldId="263"/>
            <ac:spMk id="18" creationId="{1B4EF4B1-F89B-3439-8CB6-2A5917BAE757}"/>
          </ac:spMkLst>
        </pc:spChg>
        <pc:spChg chg="add mod">
          <ac:chgData name="Henry Vo" userId="c18cca123e130253" providerId="LiveId" clId="{CBED1F73-AEB6-48AF-B30C-D6CFC8A51246}" dt="2025-12-15T16:27:24.587" v="5317" actId="12788"/>
          <ac:spMkLst>
            <pc:docMk/>
            <pc:sldMk cId="2465465039" sldId="263"/>
            <ac:spMk id="19" creationId="{0BFB29CB-1E4F-87AF-4704-89BE268B1726}"/>
          </ac:spMkLst>
        </pc:spChg>
        <pc:spChg chg="add mod">
          <ac:chgData name="Henry Vo" userId="c18cca123e130253" providerId="LiveId" clId="{CBED1F73-AEB6-48AF-B30C-D6CFC8A51246}" dt="2025-12-15T16:28:04.534" v="5391" actId="20577"/>
          <ac:spMkLst>
            <pc:docMk/>
            <pc:sldMk cId="2465465039" sldId="263"/>
            <ac:spMk id="21" creationId="{4FD161EC-D2B9-7082-A154-58415D1E9440}"/>
          </ac:spMkLst>
        </pc:spChg>
        <pc:spChg chg="add mod">
          <ac:chgData name="Henry Vo" userId="c18cca123e130253" providerId="LiveId" clId="{CBED1F73-AEB6-48AF-B30C-D6CFC8A51246}" dt="2025-12-15T16:28:23.131" v="5466" actId="20577"/>
          <ac:spMkLst>
            <pc:docMk/>
            <pc:sldMk cId="2465465039" sldId="263"/>
            <ac:spMk id="22" creationId="{37CDBEF9-2C53-A1AF-D118-D49418A2E8F4}"/>
          </ac:spMkLst>
        </pc:spChg>
        <pc:cxnChg chg="add mod">
          <ac:chgData name="Henry Vo" userId="c18cca123e130253" providerId="LiveId" clId="{CBED1F73-AEB6-48AF-B30C-D6CFC8A51246}" dt="2025-12-15T16:23:03.690" v="5044" actId="14100"/>
          <ac:cxnSpMkLst>
            <pc:docMk/>
            <pc:sldMk cId="2465465039" sldId="263"/>
            <ac:cxnSpMk id="12" creationId="{6A78AD94-558E-4320-7A8B-1491AAEEA1B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049790-B49D-4D8D-B628-59414A006FDF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6B6D16-8807-4B47-A511-DB6453DC6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389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B6D16-8807-4B47-A511-DB6453DC6DD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006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B6D16-8807-4B47-A511-DB6453DC6DD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764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1A3F-4DB3-47ED-809A-CD27B21BFB6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68015-F89B-4405-814E-A1C890A81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333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1A3F-4DB3-47ED-809A-CD27B21BFB6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68015-F89B-4405-814E-A1C890A81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198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1A3F-4DB3-47ED-809A-CD27B21BFB6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68015-F89B-4405-814E-A1C890A81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078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1A3F-4DB3-47ED-809A-CD27B21BFB6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68015-F89B-4405-814E-A1C890A81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538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1A3F-4DB3-47ED-809A-CD27B21BFB6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68015-F89B-4405-814E-A1C890A81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478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1A3F-4DB3-47ED-809A-CD27B21BFB6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68015-F89B-4405-814E-A1C890A81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155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1A3F-4DB3-47ED-809A-CD27B21BFB6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68015-F89B-4405-814E-A1C890A81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37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1A3F-4DB3-47ED-809A-CD27B21BFB6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68015-F89B-4405-814E-A1C890A81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501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1A3F-4DB3-47ED-809A-CD27B21BFB6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68015-F89B-4405-814E-A1C890A81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790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1A3F-4DB3-47ED-809A-CD27B21BFB6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68015-F89B-4405-814E-A1C890A81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762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1A3F-4DB3-47ED-809A-CD27B21BFB6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68015-F89B-4405-814E-A1C890A81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301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1A3F-4DB3-47ED-809A-CD27B21BFB6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68015-F89B-4405-814E-A1C890A81D0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412544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1A3F-4DB3-47ED-809A-CD27B21BFB6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68015-F89B-4405-814E-A1C890A81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6740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1A3F-4DB3-47ED-809A-CD27B21BFB6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68015-F89B-4405-814E-A1C890A81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095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1A3F-4DB3-47ED-809A-CD27B21BFB6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68015-F89B-4405-814E-A1C890A81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0981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1A3F-4DB3-47ED-809A-CD27B21BFB6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68015-F89B-4405-814E-A1C890A81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2521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1A3F-4DB3-47ED-809A-CD27B21BFB6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68015-F89B-4405-814E-A1C890A81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426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4411A3F-4DB3-47ED-809A-CD27B21BFB6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A7A68015-F89B-4405-814E-A1C890A81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6565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1AEAF-7047-3489-8B51-E909FA6B81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8344856" cy="164630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Customer Retention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407946-C4CB-8B60-36BF-8DAD28B0824C}"/>
              </a:ext>
            </a:extLst>
          </p:cNvPr>
          <p:cNvSpPr txBox="1"/>
          <p:nvPr/>
        </p:nvSpPr>
        <p:spPr>
          <a:xfrm>
            <a:off x="627080" y="6076336"/>
            <a:ext cx="1759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Henry Vo</a:t>
            </a:r>
          </a:p>
        </p:txBody>
      </p:sp>
    </p:spTree>
    <p:extLst>
      <p:ext uri="{BB962C8B-B14F-4D97-AF65-F5344CB8AC3E}">
        <p14:creationId xmlns:p14="http://schemas.microsoft.com/office/powerpoint/2010/main" val="1747761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8056B-9063-E968-A1F3-E1824812A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25" y="236535"/>
            <a:ext cx="4209298" cy="830997"/>
          </a:xfrm>
        </p:spPr>
        <p:txBody>
          <a:bodyPr>
            <a:noAutofit/>
          </a:bodyPr>
          <a:lstStyle/>
          <a:p>
            <a:r>
              <a:rPr lang="en-US" sz="2400"/>
              <a:t>Repeat Customers vs. One-Time Buyers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AD999DD-5D6B-BE84-042E-B8208BB54C88}"/>
              </a:ext>
            </a:extLst>
          </p:cNvPr>
          <p:cNvCxnSpPr>
            <a:cxnSpLocks/>
          </p:cNvCxnSpPr>
          <p:nvPr/>
        </p:nvCxnSpPr>
        <p:spPr>
          <a:xfrm>
            <a:off x="6096000" y="1375472"/>
            <a:ext cx="0" cy="312467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19C429F-5C2B-3714-7281-3EDE68F7C32D}"/>
              </a:ext>
            </a:extLst>
          </p:cNvPr>
          <p:cNvSpPr txBox="1"/>
          <p:nvPr/>
        </p:nvSpPr>
        <p:spPr>
          <a:xfrm>
            <a:off x="3478064" y="1451126"/>
            <a:ext cx="2053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Repeat Customers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3DB77D-16B2-FCD6-9DDB-5501DFF05DC0}"/>
              </a:ext>
            </a:extLst>
          </p:cNvPr>
          <p:cNvSpPr txBox="1"/>
          <p:nvPr/>
        </p:nvSpPr>
        <p:spPr>
          <a:xfrm>
            <a:off x="3968478" y="2884139"/>
            <a:ext cx="7394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$8.4M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566DE3-CE67-B22D-1EBB-5C36BDD5B411}"/>
              </a:ext>
            </a:extLst>
          </p:cNvPr>
          <p:cNvSpPr txBox="1"/>
          <p:nvPr/>
        </p:nvSpPr>
        <p:spPr>
          <a:xfrm>
            <a:off x="4050467" y="4017269"/>
            <a:ext cx="610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2845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D4C74FA-BE3B-3F4A-3E74-80B0FFF1E258}"/>
              </a:ext>
            </a:extLst>
          </p:cNvPr>
          <p:cNvGrpSpPr/>
          <p:nvPr/>
        </p:nvGrpSpPr>
        <p:grpSpPr>
          <a:xfrm>
            <a:off x="6562371" y="1477956"/>
            <a:ext cx="1916908" cy="2873920"/>
            <a:chOff x="7012170" y="1485459"/>
            <a:chExt cx="1916908" cy="287392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A195A27-4EA8-1721-3F96-BF7CA2341DA2}"/>
                </a:ext>
              </a:extLst>
            </p:cNvPr>
            <p:cNvSpPr txBox="1"/>
            <p:nvPr/>
          </p:nvSpPr>
          <p:spPr>
            <a:xfrm>
              <a:off x="7012170" y="1485459"/>
              <a:ext cx="191690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/>
                <a:t>One-Time Buyers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B69FF72-BFBE-406B-E11C-5713E52016B7}"/>
                </a:ext>
              </a:extLst>
            </p:cNvPr>
            <p:cNvSpPr txBox="1"/>
            <p:nvPr/>
          </p:nvSpPr>
          <p:spPr>
            <a:xfrm>
              <a:off x="7636913" y="2898322"/>
              <a:ext cx="7180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/>
                <a:t>$600K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6FDA69B-B0E0-68A4-6E3F-543C1D2F347F}"/>
                </a:ext>
              </a:extLst>
            </p:cNvPr>
            <p:cNvSpPr txBox="1"/>
            <p:nvPr/>
          </p:nvSpPr>
          <p:spPr>
            <a:xfrm>
              <a:off x="7692240" y="4051602"/>
              <a:ext cx="66269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/>
                <a:t>1494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35A26B54-C9CE-78D1-33AC-1545F78EA958}"/>
              </a:ext>
            </a:extLst>
          </p:cNvPr>
          <p:cNvSpPr txBox="1"/>
          <p:nvPr/>
        </p:nvSpPr>
        <p:spPr>
          <a:xfrm>
            <a:off x="1905434" y="2884139"/>
            <a:ext cx="9728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Revenue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A0EE695-7346-D7BB-09AE-D0B4E0130873}"/>
              </a:ext>
            </a:extLst>
          </p:cNvPr>
          <p:cNvSpPr txBox="1"/>
          <p:nvPr/>
        </p:nvSpPr>
        <p:spPr>
          <a:xfrm>
            <a:off x="1401430" y="4017269"/>
            <a:ext cx="19808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/>
              <a:t>Number of Customers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0E58CB-8570-1F30-D90F-97EA9E5FAFB8}"/>
              </a:ext>
            </a:extLst>
          </p:cNvPr>
          <p:cNvSpPr txBox="1"/>
          <p:nvPr/>
        </p:nvSpPr>
        <p:spPr>
          <a:xfrm>
            <a:off x="1003413" y="4821928"/>
            <a:ext cx="101851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Repeat Customers generate 93% of revenue, making retention a crucial driver of business growth</a:t>
            </a:r>
          </a:p>
        </p:txBody>
      </p:sp>
    </p:spTree>
    <p:extLst>
      <p:ext uri="{BB962C8B-B14F-4D97-AF65-F5344CB8AC3E}">
        <p14:creationId xmlns:p14="http://schemas.microsoft.com/office/powerpoint/2010/main" val="2863434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766AAF-2B3E-AD6E-4751-B0E7E1DA740E}"/>
              </a:ext>
            </a:extLst>
          </p:cNvPr>
          <p:cNvSpPr txBox="1"/>
          <p:nvPr/>
        </p:nvSpPr>
        <p:spPr>
          <a:xfrm>
            <a:off x="1413115" y="5747585"/>
            <a:ext cx="99824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To sustain the growth of returning customers, we must understand customer retention and churn behaviors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72139E3-B1CA-8CC6-9E24-7512BE5CE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728" y="151103"/>
            <a:ext cx="4917220" cy="580103"/>
          </a:xfrm>
        </p:spPr>
        <p:txBody>
          <a:bodyPr>
            <a:noAutofit/>
          </a:bodyPr>
          <a:lstStyle/>
          <a:p>
            <a:r>
              <a:rPr lang="en-US" sz="2400"/>
              <a:t>Growth driven by Returning Customers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A29F2-43E6-A0BD-7F79-6B5DDECF4C7E}"/>
              </a:ext>
            </a:extLst>
          </p:cNvPr>
          <p:cNvSpPr txBox="1"/>
          <p:nvPr/>
        </p:nvSpPr>
        <p:spPr>
          <a:xfrm>
            <a:off x="1413115" y="5067184"/>
            <a:ext cx="9982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Returning customers are becoming an increasingly more important revenue driver 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53BF3E9-6229-C734-A848-EDB2BAD07B56}"/>
              </a:ext>
            </a:extLst>
          </p:cNvPr>
          <p:cNvGrpSpPr/>
          <p:nvPr/>
        </p:nvGrpSpPr>
        <p:grpSpPr>
          <a:xfrm>
            <a:off x="1173590" y="865238"/>
            <a:ext cx="9844820" cy="4201945"/>
            <a:chOff x="1173590" y="1016453"/>
            <a:chExt cx="9844820" cy="3770440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2FD3FD2B-E31A-2550-B6BA-3D2167A03B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73590" y="1016453"/>
              <a:ext cx="9844820" cy="377044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BA2933C-B942-ECCC-3539-88DA578D3E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13250" y="2492041"/>
              <a:ext cx="1505160" cy="4096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01758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04F140DE-E0A3-024D-3F34-D5FF4EBA6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728" y="151103"/>
            <a:ext cx="4917220" cy="891116"/>
          </a:xfrm>
        </p:spPr>
        <p:txBody>
          <a:bodyPr>
            <a:noAutofit/>
          </a:bodyPr>
          <a:lstStyle/>
          <a:p>
            <a:r>
              <a:rPr lang="en-US" sz="2400" dirty="0"/>
              <a:t>Most Customers churn within the first 3 months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DB625E-7765-A5E4-723B-70D4D991BF09}"/>
              </a:ext>
            </a:extLst>
          </p:cNvPr>
          <p:cNvSpPr txBox="1"/>
          <p:nvPr/>
        </p:nvSpPr>
        <p:spPr>
          <a:xfrm>
            <a:off x="1533832" y="4826675"/>
            <a:ext cx="91243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79% of Customers churn </a:t>
            </a:r>
            <a:r>
              <a:rPr lang="en-US" dirty="0"/>
              <a:t>after the first month 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Retention generally improves in </a:t>
            </a:r>
            <a:r>
              <a:rPr lang="en-US" b="1" dirty="0"/>
              <a:t>months 5-7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Retention varies widely by cohort, signifying inconsistent customer experience 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5BD222-C80C-C118-817D-E583CE1BD587}"/>
              </a:ext>
            </a:extLst>
          </p:cNvPr>
          <p:cNvSpPr txBox="1"/>
          <p:nvPr/>
        </p:nvSpPr>
        <p:spPr>
          <a:xfrm>
            <a:off x="3818390" y="1069569"/>
            <a:ext cx="455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Percentage change in Customer Per Month</a:t>
            </a:r>
          </a:p>
        </p:txBody>
      </p:sp>
      <p:pic>
        <p:nvPicPr>
          <p:cNvPr id="27" name="Picture 26" descr="A graph with numbers and percentages&#10;&#10;AI-generated content may be incorrect.">
            <a:extLst>
              <a:ext uri="{FF2B5EF4-FFF2-40B4-BE49-F238E27FC236}">
                <a16:creationId xmlns:a16="http://schemas.microsoft.com/office/drawing/2014/main" id="{3ED2E026-1164-F8DB-1417-AB07C60BC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300" y="1567482"/>
            <a:ext cx="9607400" cy="3249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859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graph&#10;&#10;AI-generated content may be incorrect.">
            <a:extLst>
              <a:ext uri="{FF2B5EF4-FFF2-40B4-BE49-F238E27FC236}">
                <a16:creationId xmlns:a16="http://schemas.microsoft.com/office/drawing/2014/main" id="{D15C045D-2C4A-5DE4-9401-D87936C74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045" y="1228529"/>
            <a:ext cx="10821910" cy="280074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09599A0-8BEE-E10F-54F5-BE1CE508E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728" y="151103"/>
            <a:ext cx="4917220" cy="891116"/>
          </a:xfrm>
        </p:spPr>
        <p:txBody>
          <a:bodyPr>
            <a:noAutofit/>
          </a:bodyPr>
          <a:lstStyle/>
          <a:p>
            <a:r>
              <a:rPr lang="en-US" sz="2400" dirty="0"/>
              <a:t>Most Revenue is driven by a small customer group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74998D-4E22-C14D-5840-D965F19B83B1}"/>
              </a:ext>
            </a:extLst>
          </p:cNvPr>
          <p:cNvSpPr txBox="1"/>
          <p:nvPr/>
        </p:nvSpPr>
        <p:spPr>
          <a:xfrm>
            <a:off x="685045" y="5515896"/>
            <a:ext cx="64499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Nearly half </a:t>
            </a:r>
            <a:r>
              <a:rPr lang="en-US" dirty="0"/>
              <a:t>of our customers are either </a:t>
            </a:r>
            <a:r>
              <a:rPr lang="en-US" b="1" dirty="0"/>
              <a:t>“Lost”</a:t>
            </a:r>
            <a:r>
              <a:rPr lang="en-US" dirty="0"/>
              <a:t> or </a:t>
            </a:r>
            <a:r>
              <a:rPr lang="en-US" b="1" dirty="0"/>
              <a:t>“At-Risk High Value</a:t>
            </a:r>
            <a:r>
              <a:rPr lang="en-US" dirty="0"/>
              <a:t>,” representing the largest opportunity for retention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FF48D3-557A-B22F-DFAB-BF9A0E988FBF}"/>
              </a:ext>
            </a:extLst>
          </p:cNvPr>
          <p:cNvSpPr txBox="1"/>
          <p:nvPr/>
        </p:nvSpPr>
        <p:spPr>
          <a:xfrm>
            <a:off x="7872425" y="5515896"/>
            <a:ext cx="36345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These two groups make up over </a:t>
            </a:r>
            <a:r>
              <a:rPr lang="en-US" b="1" dirty="0"/>
              <a:t>20% of revenue</a:t>
            </a:r>
            <a:r>
              <a:rPr lang="en-US" dirty="0"/>
              <a:t>, providing the biggest growth potential</a:t>
            </a:r>
          </a:p>
        </p:txBody>
      </p:sp>
    </p:spTree>
    <p:extLst>
      <p:ext uri="{BB962C8B-B14F-4D97-AF65-F5344CB8AC3E}">
        <p14:creationId xmlns:p14="http://schemas.microsoft.com/office/powerpoint/2010/main" val="3564352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69B1C97-AA5B-69E9-2059-E2997052D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728" y="151103"/>
            <a:ext cx="4917220" cy="891116"/>
          </a:xfrm>
        </p:spPr>
        <p:txBody>
          <a:bodyPr>
            <a:noAutofit/>
          </a:bodyPr>
          <a:lstStyle/>
          <a:p>
            <a:r>
              <a:rPr lang="en-US" sz="2400" dirty="0"/>
              <a:t>Customers are considered churned after ~70 days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2FC0C8-9160-88FE-AEBB-0AA357C23B78}"/>
              </a:ext>
            </a:extLst>
          </p:cNvPr>
          <p:cNvSpPr txBox="1"/>
          <p:nvPr/>
        </p:nvSpPr>
        <p:spPr>
          <a:xfrm>
            <a:off x="2366010" y="5812802"/>
            <a:ext cx="74599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Defining the churn window </a:t>
            </a:r>
            <a:r>
              <a:rPr lang="en-US" b="1" dirty="0"/>
              <a:t>enables retention outreach </a:t>
            </a:r>
            <a:r>
              <a:rPr lang="en-US" dirty="0"/>
              <a:t>by identifying when intervention is most optimal</a:t>
            </a:r>
          </a:p>
        </p:txBody>
      </p:sp>
      <p:pic>
        <p:nvPicPr>
          <p:cNvPr id="11" name="Picture 10" descr="A graph of a chart&#10;&#10;AI-generated content may be incorrect.">
            <a:extLst>
              <a:ext uri="{FF2B5EF4-FFF2-40B4-BE49-F238E27FC236}">
                <a16:creationId xmlns:a16="http://schemas.microsoft.com/office/drawing/2014/main" id="{43484889-9244-8A37-1EF2-2AA451491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542" y="1045198"/>
            <a:ext cx="9910916" cy="476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110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662D2DB-45BE-4561-C692-DA85293F1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728" y="151103"/>
            <a:ext cx="4917220" cy="891116"/>
          </a:xfrm>
        </p:spPr>
        <p:txBody>
          <a:bodyPr>
            <a:noAutofit/>
          </a:bodyPr>
          <a:lstStyle/>
          <a:p>
            <a:r>
              <a:rPr lang="en-US" sz="2400" dirty="0"/>
              <a:t>Top 15 Highest Churn Score Customers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CEF7AF-6F29-5A7A-BCAF-EC122AAAB7F6}"/>
              </a:ext>
            </a:extLst>
          </p:cNvPr>
          <p:cNvSpPr txBox="1"/>
          <p:nvPr/>
        </p:nvSpPr>
        <p:spPr>
          <a:xfrm>
            <a:off x="187397" y="2384346"/>
            <a:ext cx="47958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These customers present a clear opportunity for focused retention outreach by representing the highest near-term churn risk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343AA8-350A-43A4-2DD6-46742022C8B9}"/>
              </a:ext>
            </a:extLst>
          </p:cNvPr>
          <p:cNvSpPr txBox="1"/>
          <p:nvPr/>
        </p:nvSpPr>
        <p:spPr>
          <a:xfrm>
            <a:off x="126728" y="4624153"/>
            <a:ext cx="49172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Highest risk customers are concentrated in “Lost” and “At-Risk High Value” customer segments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FFC5566-F06D-4F99-D24F-FCF027ED4D94}"/>
              </a:ext>
            </a:extLst>
          </p:cNvPr>
          <p:cNvGrpSpPr/>
          <p:nvPr/>
        </p:nvGrpSpPr>
        <p:grpSpPr>
          <a:xfrm>
            <a:off x="4983279" y="1920847"/>
            <a:ext cx="6744930" cy="3853987"/>
            <a:chOff x="4983279" y="1920847"/>
            <a:chExt cx="6744930" cy="3853987"/>
          </a:xfrm>
        </p:grpSpPr>
        <p:pic>
          <p:nvPicPr>
            <p:cNvPr id="18" name="Picture 17" descr="A graph of a bar chart&#10;&#10;AI-generated content may be incorrect.">
              <a:extLst>
                <a:ext uri="{FF2B5EF4-FFF2-40B4-BE49-F238E27FC236}">
                  <a16:creationId xmlns:a16="http://schemas.microsoft.com/office/drawing/2014/main" id="{550DEA39-8CD8-88CA-D507-40D6F7FEFA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4956"/>
            <a:stretch>
              <a:fillRect/>
            </a:stretch>
          </p:blipFill>
          <p:spPr>
            <a:xfrm>
              <a:off x="4983279" y="1920847"/>
              <a:ext cx="6744930" cy="3626636"/>
            </a:xfrm>
            <a:prstGeom prst="rect">
              <a:avLst/>
            </a:prstGeom>
          </p:spPr>
        </p:pic>
        <p:pic>
          <p:nvPicPr>
            <p:cNvPr id="20" name="Picture 19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C878D4C1-C2A3-9B5E-687A-6A95AC47D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468" t="9453"/>
            <a:stretch>
              <a:fillRect/>
            </a:stretch>
          </p:blipFill>
          <p:spPr>
            <a:xfrm>
              <a:off x="10315950" y="1920847"/>
              <a:ext cx="1412259" cy="603808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D2886ED-69E5-A58C-80E7-8ED978B8B5A8}"/>
                </a:ext>
              </a:extLst>
            </p:cNvPr>
            <p:cNvSpPr txBox="1"/>
            <p:nvPr/>
          </p:nvSpPr>
          <p:spPr>
            <a:xfrm>
              <a:off x="4983279" y="5513224"/>
              <a:ext cx="6744930" cy="26161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bg1"/>
                  </a:solidFill>
                </a:rPr>
                <a:t>Customer ID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3779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1941F0A-540A-DFB1-12F4-A44E2508B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728" y="151103"/>
            <a:ext cx="4917220" cy="891116"/>
          </a:xfrm>
        </p:spPr>
        <p:txBody>
          <a:bodyPr>
            <a:noAutofit/>
          </a:bodyPr>
          <a:lstStyle/>
          <a:p>
            <a:r>
              <a:rPr lang="en-US" sz="2400" dirty="0"/>
              <a:t>Recommendations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BCFF16-94ED-75DF-2802-91E1D291C33A}"/>
              </a:ext>
            </a:extLst>
          </p:cNvPr>
          <p:cNvSpPr txBox="1"/>
          <p:nvPr/>
        </p:nvSpPr>
        <p:spPr>
          <a:xfrm flipH="1">
            <a:off x="2163101" y="1042219"/>
            <a:ext cx="1101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Segment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0A639C-DA42-C084-100A-BA995FABC5C5}"/>
              </a:ext>
            </a:extLst>
          </p:cNvPr>
          <p:cNvSpPr txBox="1"/>
          <p:nvPr/>
        </p:nvSpPr>
        <p:spPr>
          <a:xfrm flipH="1">
            <a:off x="8293508" y="1042219"/>
            <a:ext cx="2443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Recommended Action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A78AD94-558E-4320-7A8B-1491AAEEA1B0}"/>
              </a:ext>
            </a:extLst>
          </p:cNvPr>
          <p:cNvCxnSpPr>
            <a:cxnSpLocks/>
          </p:cNvCxnSpPr>
          <p:nvPr/>
        </p:nvCxnSpPr>
        <p:spPr>
          <a:xfrm flipV="1">
            <a:off x="6096000" y="1042219"/>
            <a:ext cx="0" cy="550968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84DBEFF-5B15-C7AB-D8A8-28520C6632DD}"/>
              </a:ext>
            </a:extLst>
          </p:cNvPr>
          <p:cNvSpPr txBox="1"/>
          <p:nvPr/>
        </p:nvSpPr>
        <p:spPr>
          <a:xfrm>
            <a:off x="7790832" y="1748669"/>
            <a:ext cx="34486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Loyalty Rewards and early access to maintain strong customer loyalty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F98863-FBBB-852D-CFF4-A9964EF562D0}"/>
              </a:ext>
            </a:extLst>
          </p:cNvPr>
          <p:cNvSpPr txBox="1"/>
          <p:nvPr/>
        </p:nvSpPr>
        <p:spPr>
          <a:xfrm>
            <a:off x="2030365" y="2118001"/>
            <a:ext cx="1366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Champions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4EF4B1-F89B-3439-8CB6-2A5917BAE757}"/>
              </a:ext>
            </a:extLst>
          </p:cNvPr>
          <p:cNvSpPr txBox="1"/>
          <p:nvPr/>
        </p:nvSpPr>
        <p:spPr>
          <a:xfrm>
            <a:off x="1575008" y="5355987"/>
            <a:ext cx="227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Lost (Fully Churned)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FB29CB-1E4F-87AF-4704-89BE268B1726}"/>
              </a:ext>
            </a:extLst>
          </p:cNvPr>
          <p:cNvSpPr txBox="1"/>
          <p:nvPr/>
        </p:nvSpPr>
        <p:spPr>
          <a:xfrm>
            <a:off x="1528922" y="3736994"/>
            <a:ext cx="23695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At-Risk High Value (Almost churned)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D161EC-D2B9-7082-A154-58415D1E9440}"/>
              </a:ext>
            </a:extLst>
          </p:cNvPr>
          <p:cNvSpPr txBox="1"/>
          <p:nvPr/>
        </p:nvSpPr>
        <p:spPr>
          <a:xfrm>
            <a:off x="7790832" y="3598494"/>
            <a:ext cx="3448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Re-engagement emails or product reminders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CDBEF9-2C53-A1AF-D118-D49418A2E8F4}"/>
              </a:ext>
            </a:extLst>
          </p:cNvPr>
          <p:cNvSpPr txBox="1"/>
          <p:nvPr/>
        </p:nvSpPr>
        <p:spPr>
          <a:xfrm>
            <a:off x="7790831" y="5078988"/>
            <a:ext cx="34486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Win-back campaign to target customers with highest churn score</a:t>
            </a:r>
          </a:p>
        </p:txBody>
      </p:sp>
    </p:spTree>
    <p:extLst>
      <p:ext uri="{BB962C8B-B14F-4D97-AF65-F5344CB8AC3E}">
        <p14:creationId xmlns:p14="http://schemas.microsoft.com/office/powerpoint/2010/main" val="24654650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43372978-11FE-4814-AC26-BC300187D8C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1337</TotalTime>
  <Words>266</Words>
  <Application>Microsoft Office PowerPoint</Application>
  <PresentationFormat>Widescreen</PresentationFormat>
  <Paragraphs>42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Calisto MT</vt:lpstr>
      <vt:lpstr>Wingdings 2</vt:lpstr>
      <vt:lpstr>Slate</vt:lpstr>
      <vt:lpstr>Customer Retention Analysis</vt:lpstr>
      <vt:lpstr>Repeat Customers vs. One-Time Buyers</vt:lpstr>
      <vt:lpstr>Growth driven by Returning Customers</vt:lpstr>
      <vt:lpstr>Most Customers churn within the first 3 months</vt:lpstr>
      <vt:lpstr>Most Revenue is driven by a small customer group</vt:lpstr>
      <vt:lpstr>Customers are considered churned after ~70 days</vt:lpstr>
      <vt:lpstr>Top 15 Highest Churn Score Customers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Henry Vo</dc:creator>
  <cp:lastModifiedBy>Henry Vo</cp:lastModifiedBy>
  <cp:revision>1</cp:revision>
  <dcterms:created xsi:type="dcterms:W3CDTF">2025-11-25T15:16:52Z</dcterms:created>
  <dcterms:modified xsi:type="dcterms:W3CDTF">2025-12-17T19:16:38Z</dcterms:modified>
</cp:coreProperties>
</file>